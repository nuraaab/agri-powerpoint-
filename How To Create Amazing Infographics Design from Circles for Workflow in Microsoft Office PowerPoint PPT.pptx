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5F16"/>
    <a:srgbClr val="C224C2"/>
    <a:srgbClr val="2EB917"/>
    <a:srgbClr val="0080DF"/>
    <a:srgbClr val="5DF42E"/>
    <a:srgbClr val="F98E2D"/>
    <a:srgbClr val="EB33EB"/>
    <a:srgbClr val="00D1F4"/>
    <a:srgbClr val="66FF33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EF1B-396C-43AE-BFBC-D09609217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0F82E-8471-4AC4-83FD-532ACA098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06D3A-E65D-4994-BBAD-EEBE7C65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6FB9F-9D4A-4D99-8348-FA307D7F0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6C788-02C2-4EAE-854F-B595C1B2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30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149F-9A94-4469-A1A6-1B47AEC11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5BAC7-BA0D-46B0-9159-CFEB2F87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58C8-4EE6-40EA-AD0C-8BD901237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05EC7-D8F1-4226-8044-90097668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CB03C-03F9-4FED-AAFF-B0676977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2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0551-A64B-4D56-83CB-AA22B394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43AC3-1B0A-4602-9BC8-FF39A10F0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946E0-458F-420B-9110-DA90D7D86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1E88B-1E07-4DF8-9826-74C482D8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EC2C6-8D65-48A4-AFD6-2AFC4D9E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05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6626-766B-4ED9-83DE-63A5F441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783D8-964D-46CD-A92C-6399B8E92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01490-EE02-4208-8568-309349189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2E54A-51EE-49A1-9069-BB421BCE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66E12-1CBD-4FF4-9E5D-BBC96AA4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1F946-8766-4300-B1CB-4FF75FE0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26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7D7B-FF20-404E-A841-DCC76E00D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1DEE7-1E5C-40BB-B070-2421298C9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57436-B54D-4C43-9600-60F1951F0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71E8F-91FA-4423-B925-71DBD4FE8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77744-1BDE-4C6B-9413-A96181982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8423B-E222-447D-A187-390E53845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F33F6-CDE8-43B6-9E2C-B293AF472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E4F60F-E2AC-4C7B-B934-C0E75824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3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F19D-2B9F-4145-A556-1C26E239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E1D773-5CC9-4213-A9DC-9AFC39176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B97A1-4004-4FC1-9C9B-441D9128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B1F11-97EC-45C0-AE68-BE6A2FE6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66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9C57DA-C0A8-43DA-8E90-F5CDCE26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7C568-E754-46FE-87DA-E039DD3D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F1C60-EEC6-48C1-8EB5-2DE0BC61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377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A1BC-1B64-4A82-9E51-D4C424AB0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29721-9796-43A7-B65D-BAB720F9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1FFD5-F6DB-4C78-9F62-B501F7092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BE432-3496-42FC-BF22-ED1288DE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75061-BE91-4837-812B-5259413D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5A45A-1CE2-4243-A944-BC825FCF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77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8F88-7414-473A-AAC3-00BB4BEC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8A254-619D-4BB6-8061-61B721D760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F1579-3CDB-447D-9988-521B920E6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98435-C9B7-45A8-BCC9-064AD0DF4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FE933-D769-422C-AD9A-096B2D0B0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F543B-9E80-4590-8AD0-71F514FA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3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2BFE8-F034-4C0B-AE63-5504FD3D7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1D23A-41D4-4F80-BC0C-F1F3BB9C1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40FE3-E8B6-4128-BC45-128C2F43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17252-A6EC-41B0-A3FD-24242A81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C5FB5-8DA0-4E36-8212-F69F1E01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6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B2242-124F-4BBD-A058-D07BF5F2D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82F20-82D5-4093-8BEA-E7984AB79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DFA2-7F46-4285-8CF0-D2A1D19C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1946F-1A95-498D-B6C8-024C1214B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50058-944F-4102-B602-E1D743A6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21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91A1D-73C1-40D8-B9C7-A9E44245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93831-C4E1-468C-BC3F-BC5EABF93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146F4-0288-4DD9-8849-14AA3CF3F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21566-684E-41ED-85D2-EA2E7686CE27}" type="datetimeFigureOut">
              <a:rPr lang="en-IN" smtClean="0"/>
              <a:t>15-09-2017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AD5BF-4906-4048-BA57-5D98E1607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83C7-6247-4BD4-8DF4-B169D5CDC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7DC11-323C-426C-A8A5-F24DF1E16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7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000">
              <a:schemeClr val="bg1"/>
            </a:gs>
            <a:gs pos="100000">
              <a:schemeClr val="bg2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FCB6E20-7AEE-4447-AC01-FAA587D3E457}"/>
              </a:ext>
            </a:extLst>
          </p:cNvPr>
          <p:cNvGrpSpPr/>
          <p:nvPr/>
        </p:nvGrpSpPr>
        <p:grpSpPr>
          <a:xfrm rot="19922326">
            <a:off x="-2265279" y="3226566"/>
            <a:ext cx="6990889" cy="2972235"/>
            <a:chOff x="-1357369" y="2173947"/>
            <a:chExt cx="6301237" cy="2972235"/>
          </a:xfrm>
          <a:solidFill>
            <a:schemeClr val="tx1">
              <a:alpha val="3000"/>
            </a:schemeClr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BF60279-602F-4BC1-ACEA-FD1268E8BB3F}"/>
                </a:ext>
              </a:extLst>
            </p:cNvPr>
            <p:cNvSpPr/>
            <p:nvPr/>
          </p:nvSpPr>
          <p:spPr>
            <a:xfrm>
              <a:off x="-1357369" y="2173947"/>
              <a:ext cx="5367200" cy="93394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2675571-A218-43F9-9B70-00CBD383F1FE}"/>
                </a:ext>
              </a:extLst>
            </p:cNvPr>
            <p:cNvSpPr/>
            <p:nvPr/>
          </p:nvSpPr>
          <p:spPr>
            <a:xfrm>
              <a:off x="-1034284" y="3193091"/>
              <a:ext cx="5690266" cy="93394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1D2DFAF-6777-498A-A529-3444151F87BD}"/>
                </a:ext>
              </a:extLst>
            </p:cNvPr>
            <p:cNvSpPr/>
            <p:nvPr/>
          </p:nvSpPr>
          <p:spPr>
            <a:xfrm>
              <a:off x="-746398" y="4212235"/>
              <a:ext cx="5690266" cy="93394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4032C77-E389-48E6-934A-4F16A69880A2}"/>
              </a:ext>
            </a:extLst>
          </p:cNvPr>
          <p:cNvGrpSpPr/>
          <p:nvPr/>
        </p:nvGrpSpPr>
        <p:grpSpPr>
          <a:xfrm>
            <a:off x="4656000" y="1989000"/>
            <a:ext cx="2880000" cy="2880000"/>
            <a:chOff x="4670748" y="1733660"/>
            <a:chExt cx="2880000" cy="2880000"/>
          </a:xfrm>
          <a:effectLst>
            <a:reflection blurRad="203200" stA="52000" endA="300" endPos="25000" dir="5400000" sy="-100000" algn="bl" rotWithShape="0"/>
          </a:effectLst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F659F83-10BE-40F2-A0FD-EC9475DDD823}"/>
                </a:ext>
              </a:extLst>
            </p:cNvPr>
            <p:cNvGrpSpPr/>
            <p:nvPr/>
          </p:nvGrpSpPr>
          <p:grpSpPr>
            <a:xfrm>
              <a:off x="4670748" y="1733660"/>
              <a:ext cx="2880000" cy="2880000"/>
              <a:chOff x="3974288" y="1306312"/>
              <a:chExt cx="4243398" cy="424434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ADFD02-A754-402F-974A-A84C41350A2A}"/>
                  </a:ext>
                </a:extLst>
              </p:cNvPr>
              <p:cNvSpPr/>
              <p:nvPr/>
            </p:nvSpPr>
            <p:spPr>
              <a:xfrm>
                <a:off x="6096000" y="1306312"/>
                <a:ext cx="2121686" cy="2122688"/>
              </a:xfrm>
              <a:custGeom>
                <a:avLst/>
                <a:gdLst>
                  <a:gd name="connsiteX0" fmla="*/ 0 w 2121686"/>
                  <a:gd name="connsiteY0" fmla="*/ 0 h 2122688"/>
                  <a:gd name="connsiteX1" fmla="*/ 216469 w 2121686"/>
                  <a:gd name="connsiteY1" fmla="*/ 10931 h 2122688"/>
                  <a:gd name="connsiteX2" fmla="*/ 2121686 w 2121686"/>
                  <a:gd name="connsiteY2" fmla="*/ 2122174 h 2122688"/>
                  <a:gd name="connsiteX3" fmla="*/ 2121660 w 2121686"/>
                  <a:gd name="connsiteY3" fmla="*/ 2122688 h 2122688"/>
                  <a:gd name="connsiteX4" fmla="*/ 0 w 2121686"/>
                  <a:gd name="connsiteY4" fmla="*/ 2122688 h 212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1686" h="2122688">
                    <a:moveTo>
                      <a:pt x="0" y="0"/>
                    </a:moveTo>
                    <a:lnTo>
                      <a:pt x="216469" y="10931"/>
                    </a:lnTo>
                    <a:cubicBezTo>
                      <a:pt x="1286601" y="119609"/>
                      <a:pt x="2121686" y="1023369"/>
                      <a:pt x="2121686" y="2122174"/>
                    </a:cubicBezTo>
                    <a:lnTo>
                      <a:pt x="2121660" y="2122688"/>
                    </a:lnTo>
                    <a:lnTo>
                      <a:pt x="0" y="2122688"/>
                    </a:lnTo>
                    <a:close/>
                  </a:path>
                </a:pathLst>
              </a:custGeom>
              <a:solidFill>
                <a:srgbClr val="FF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800129D-1887-4E5D-877F-0EE31EEFE733}"/>
                  </a:ext>
                </a:extLst>
              </p:cNvPr>
              <p:cNvSpPr/>
              <p:nvPr/>
            </p:nvSpPr>
            <p:spPr>
              <a:xfrm>
                <a:off x="6096000" y="3429000"/>
                <a:ext cx="2121660" cy="2121660"/>
              </a:xfrm>
              <a:custGeom>
                <a:avLst/>
                <a:gdLst>
                  <a:gd name="connsiteX0" fmla="*/ 0 w 2121660"/>
                  <a:gd name="connsiteY0" fmla="*/ 0 h 2121660"/>
                  <a:gd name="connsiteX1" fmla="*/ 2121660 w 2121660"/>
                  <a:gd name="connsiteY1" fmla="*/ 0 h 2121660"/>
                  <a:gd name="connsiteX2" fmla="*/ 2110730 w 2121660"/>
                  <a:gd name="connsiteY2" fmla="*/ 216469 h 2121660"/>
                  <a:gd name="connsiteX3" fmla="*/ 216469 w 2121660"/>
                  <a:gd name="connsiteY3" fmla="*/ 2110730 h 2121660"/>
                  <a:gd name="connsiteX4" fmla="*/ 0 w 2121660"/>
                  <a:gd name="connsiteY4" fmla="*/ 2121660 h 212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1660" h="2121660">
                    <a:moveTo>
                      <a:pt x="0" y="0"/>
                    </a:moveTo>
                    <a:lnTo>
                      <a:pt x="2121660" y="0"/>
                    </a:lnTo>
                    <a:lnTo>
                      <a:pt x="2110730" y="216469"/>
                    </a:lnTo>
                    <a:cubicBezTo>
                      <a:pt x="2009297" y="1215259"/>
                      <a:pt x="1215259" y="2009297"/>
                      <a:pt x="216469" y="2110730"/>
                    </a:cubicBezTo>
                    <a:lnTo>
                      <a:pt x="0" y="2121660"/>
                    </a:lnTo>
                    <a:close/>
                  </a:path>
                </a:pathLst>
              </a:custGeom>
              <a:solidFill>
                <a:srgbClr val="FF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CAD60F6-B7D9-4C18-9C36-24E1E887F905}"/>
                  </a:ext>
                </a:extLst>
              </p:cNvPr>
              <p:cNvSpPr/>
              <p:nvPr/>
            </p:nvSpPr>
            <p:spPr>
              <a:xfrm flipH="1">
                <a:off x="3974288" y="1306312"/>
                <a:ext cx="2121686" cy="2122688"/>
              </a:xfrm>
              <a:custGeom>
                <a:avLst/>
                <a:gdLst>
                  <a:gd name="connsiteX0" fmla="*/ 0 w 2121686"/>
                  <a:gd name="connsiteY0" fmla="*/ 0 h 2122688"/>
                  <a:gd name="connsiteX1" fmla="*/ 216469 w 2121686"/>
                  <a:gd name="connsiteY1" fmla="*/ 10931 h 2122688"/>
                  <a:gd name="connsiteX2" fmla="*/ 2121686 w 2121686"/>
                  <a:gd name="connsiteY2" fmla="*/ 2122174 h 2122688"/>
                  <a:gd name="connsiteX3" fmla="*/ 2121660 w 2121686"/>
                  <a:gd name="connsiteY3" fmla="*/ 2122688 h 2122688"/>
                  <a:gd name="connsiteX4" fmla="*/ 0 w 2121686"/>
                  <a:gd name="connsiteY4" fmla="*/ 2122688 h 212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1686" h="2122688">
                    <a:moveTo>
                      <a:pt x="0" y="0"/>
                    </a:moveTo>
                    <a:lnTo>
                      <a:pt x="216469" y="10931"/>
                    </a:lnTo>
                    <a:cubicBezTo>
                      <a:pt x="1286601" y="119609"/>
                      <a:pt x="2121686" y="1023369"/>
                      <a:pt x="2121686" y="2122174"/>
                    </a:cubicBezTo>
                    <a:lnTo>
                      <a:pt x="2121660" y="2122688"/>
                    </a:lnTo>
                    <a:lnTo>
                      <a:pt x="0" y="2122688"/>
                    </a:lnTo>
                    <a:close/>
                  </a:path>
                </a:pathLst>
              </a:custGeom>
              <a:solidFill>
                <a:srgbClr val="00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F5E6FE74-BD86-4378-8F89-E41804035538}"/>
                  </a:ext>
                </a:extLst>
              </p:cNvPr>
              <p:cNvSpPr/>
              <p:nvPr/>
            </p:nvSpPr>
            <p:spPr>
              <a:xfrm flipH="1">
                <a:off x="3974314" y="3429000"/>
                <a:ext cx="2121660" cy="2121660"/>
              </a:xfrm>
              <a:custGeom>
                <a:avLst/>
                <a:gdLst>
                  <a:gd name="connsiteX0" fmla="*/ 0 w 2121660"/>
                  <a:gd name="connsiteY0" fmla="*/ 0 h 2121660"/>
                  <a:gd name="connsiteX1" fmla="*/ 2121660 w 2121660"/>
                  <a:gd name="connsiteY1" fmla="*/ 0 h 2121660"/>
                  <a:gd name="connsiteX2" fmla="*/ 2110730 w 2121660"/>
                  <a:gd name="connsiteY2" fmla="*/ 216469 h 2121660"/>
                  <a:gd name="connsiteX3" fmla="*/ 216469 w 2121660"/>
                  <a:gd name="connsiteY3" fmla="*/ 2110730 h 2121660"/>
                  <a:gd name="connsiteX4" fmla="*/ 0 w 2121660"/>
                  <a:gd name="connsiteY4" fmla="*/ 2121660 h 212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1660" h="2121660">
                    <a:moveTo>
                      <a:pt x="0" y="0"/>
                    </a:moveTo>
                    <a:lnTo>
                      <a:pt x="2121660" y="0"/>
                    </a:lnTo>
                    <a:lnTo>
                      <a:pt x="2110730" y="216469"/>
                    </a:lnTo>
                    <a:cubicBezTo>
                      <a:pt x="2009297" y="1215259"/>
                      <a:pt x="1215259" y="2009297"/>
                      <a:pt x="216469" y="2110730"/>
                    </a:cubicBezTo>
                    <a:lnTo>
                      <a:pt x="0" y="212166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C558F8F-21D1-4DE2-A6AC-81A7B4825725}"/>
                </a:ext>
              </a:extLst>
            </p:cNvPr>
            <p:cNvSpPr/>
            <p:nvPr/>
          </p:nvSpPr>
          <p:spPr>
            <a:xfrm>
              <a:off x="4789947" y="1853208"/>
              <a:ext cx="2641602" cy="264160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381000" dist="38100" dir="2700000" sx="112000" sy="112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5" name="Graphic 24" descr="Lightbulb">
              <a:extLst>
                <a:ext uri="{FF2B5EF4-FFF2-40B4-BE49-F238E27FC236}">
                  <a16:creationId xmlns:a16="http://schemas.microsoft.com/office/drawing/2014/main" id="{B17F8450-7A44-410A-AC30-6DF24D166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58739" y="3551068"/>
              <a:ext cx="504000" cy="5040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F10913D-989F-4A61-95E4-D48E0839219A}"/>
                </a:ext>
              </a:extLst>
            </p:cNvPr>
            <p:cNvSpPr txBox="1"/>
            <p:nvPr/>
          </p:nvSpPr>
          <p:spPr>
            <a:xfrm>
              <a:off x="5259524" y="2706435"/>
              <a:ext cx="171081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BUSINESS</a:t>
              </a:r>
              <a:endPara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endParaRPr>
            </a:p>
            <a:p>
              <a:pPr algn="ctr"/>
              <a:r>
                <a:rPr lang="en-IN" sz="1200" spc="3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PRESENTATION</a:t>
              </a: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AD904D6-E70D-46AD-B74C-36164513C364}"/>
                </a:ext>
              </a:extLst>
            </p:cNvPr>
            <p:cNvSpPr/>
            <p:nvPr/>
          </p:nvSpPr>
          <p:spPr>
            <a:xfrm>
              <a:off x="6091987" y="1853208"/>
              <a:ext cx="1339544" cy="2313498"/>
            </a:xfrm>
            <a:custGeom>
              <a:avLst/>
              <a:gdLst>
                <a:gd name="connsiteX0" fmla="*/ 18743 w 1339544"/>
                <a:gd name="connsiteY0" fmla="*/ 0 h 2313498"/>
                <a:gd name="connsiteX1" fmla="*/ 1339544 w 1339544"/>
                <a:gd name="connsiteY1" fmla="*/ 1320801 h 2313498"/>
                <a:gd name="connsiteX2" fmla="*/ 952690 w 1339544"/>
                <a:gd name="connsiteY2" fmla="*/ 2254749 h 2313498"/>
                <a:gd name="connsiteX3" fmla="*/ 888049 w 1339544"/>
                <a:gd name="connsiteY3" fmla="*/ 2313498 h 2313498"/>
                <a:gd name="connsiteX4" fmla="*/ 0 w 1339544"/>
                <a:gd name="connsiteY4" fmla="*/ 947 h 231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9544" h="2313498">
                  <a:moveTo>
                    <a:pt x="18743" y="0"/>
                  </a:moveTo>
                  <a:cubicBezTo>
                    <a:pt x="748201" y="0"/>
                    <a:pt x="1339544" y="591343"/>
                    <a:pt x="1339544" y="1320801"/>
                  </a:cubicBezTo>
                  <a:cubicBezTo>
                    <a:pt x="1339544" y="1685530"/>
                    <a:pt x="1191708" y="2015731"/>
                    <a:pt x="952690" y="2254749"/>
                  </a:cubicBezTo>
                  <a:lnTo>
                    <a:pt x="888049" y="2313498"/>
                  </a:lnTo>
                  <a:lnTo>
                    <a:pt x="0" y="9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7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8AAD9EE-22F3-4158-B5E2-BCDD2A3AA7EE}"/>
              </a:ext>
            </a:extLst>
          </p:cNvPr>
          <p:cNvGrpSpPr/>
          <p:nvPr/>
        </p:nvGrpSpPr>
        <p:grpSpPr>
          <a:xfrm>
            <a:off x="2876854" y="732068"/>
            <a:ext cx="1482114" cy="5393864"/>
            <a:chOff x="2876854" y="784695"/>
            <a:chExt cx="1482114" cy="539386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1E6EC3B-A719-4E1B-AB30-5B5584347E9E}"/>
                </a:ext>
              </a:extLst>
            </p:cNvPr>
            <p:cNvGrpSpPr/>
            <p:nvPr/>
          </p:nvGrpSpPr>
          <p:grpSpPr>
            <a:xfrm>
              <a:off x="2876854" y="784695"/>
              <a:ext cx="1482114" cy="1482114"/>
              <a:chOff x="2876854" y="784695"/>
              <a:chExt cx="1482114" cy="1482114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1B7D06E0-119F-4F6B-9D58-E48427492B28}"/>
                  </a:ext>
                </a:extLst>
              </p:cNvPr>
              <p:cNvGrpSpPr/>
              <p:nvPr/>
            </p:nvGrpSpPr>
            <p:grpSpPr>
              <a:xfrm>
                <a:off x="2876854" y="784695"/>
                <a:ext cx="1482114" cy="1482114"/>
                <a:chOff x="1310411" y="896676"/>
                <a:chExt cx="1482114" cy="1482114"/>
              </a:xfrm>
              <a:effectLst>
                <a:reflection blurRad="139700" stA="52000" endA="300" endPos="22000" dir="5400000" sy="-100000" algn="bl" rotWithShape="0"/>
              </a:effectLst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D7734A9C-CCE9-4E30-9923-4EA3F334C2FD}"/>
                    </a:ext>
                  </a:extLst>
                </p:cNvPr>
                <p:cNvSpPr/>
                <p:nvPr/>
              </p:nvSpPr>
              <p:spPr>
                <a:xfrm>
                  <a:off x="1310411" y="896676"/>
                  <a:ext cx="1482114" cy="148211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381000" dist="38100" dir="2700000" algn="tl" rotWithShape="0">
                    <a:schemeClr val="tx1">
                      <a:lumMod val="75000"/>
                      <a:lumOff val="25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9DE2ED88-5757-4B3B-903A-9F7DF8B93D4F}"/>
                    </a:ext>
                  </a:extLst>
                </p:cNvPr>
                <p:cNvSpPr/>
                <p:nvPr/>
              </p:nvSpPr>
              <p:spPr>
                <a:xfrm>
                  <a:off x="1431762" y="1015857"/>
                  <a:ext cx="1243752" cy="124375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00FFFF"/>
                    </a:gs>
                    <a:gs pos="100000">
                      <a:srgbClr val="0033CC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38100" dir="2700000" sx="103000" sy="103000" algn="tl" rotWithShape="0">
                    <a:schemeClr val="tx1">
                      <a:lumMod val="75000"/>
                      <a:lumOff val="25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8B97D791-EB01-42A1-9F78-B079089CC8C5}"/>
                    </a:ext>
                  </a:extLst>
                </p:cNvPr>
                <p:cNvSpPr/>
                <p:nvPr/>
              </p:nvSpPr>
              <p:spPr>
                <a:xfrm>
                  <a:off x="2083927" y="1016337"/>
                  <a:ext cx="591587" cy="1092211"/>
                </a:xfrm>
                <a:custGeom>
                  <a:avLst/>
                  <a:gdLst>
                    <a:gd name="connsiteX0" fmla="*/ 0 w 591587"/>
                    <a:gd name="connsiteY0" fmla="*/ 0 h 1092211"/>
                    <a:gd name="connsiteX1" fmla="*/ 95041 w 591587"/>
                    <a:gd name="connsiteY1" fmla="*/ 9581 h 1092211"/>
                    <a:gd name="connsiteX2" fmla="*/ 591587 w 591587"/>
                    <a:gd name="connsiteY2" fmla="*/ 618823 h 1092211"/>
                    <a:gd name="connsiteX3" fmla="*/ 409444 w 591587"/>
                    <a:gd name="connsiteY3" fmla="*/ 1058556 h 1092211"/>
                    <a:gd name="connsiteX4" fmla="*/ 368654 w 591587"/>
                    <a:gd name="connsiteY4" fmla="*/ 1092211 h 1092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1587" h="1092211">
                      <a:moveTo>
                        <a:pt x="0" y="0"/>
                      </a:moveTo>
                      <a:lnTo>
                        <a:pt x="95041" y="9581"/>
                      </a:lnTo>
                      <a:cubicBezTo>
                        <a:pt x="378420" y="67569"/>
                        <a:pt x="591587" y="318302"/>
                        <a:pt x="591587" y="618823"/>
                      </a:cubicBezTo>
                      <a:cubicBezTo>
                        <a:pt x="591587" y="790550"/>
                        <a:pt x="521981" y="946019"/>
                        <a:pt x="409444" y="1058556"/>
                      </a:cubicBezTo>
                      <a:lnTo>
                        <a:pt x="368654" y="109221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alpha val="42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pic>
            <p:nvPicPr>
              <p:cNvPr id="33" name="Graphic 32" descr="Bullseye">
                <a:extLst>
                  <a:ext uri="{FF2B5EF4-FFF2-40B4-BE49-F238E27FC236}">
                    <a16:creationId xmlns:a16="http://schemas.microsoft.com/office/drawing/2014/main" id="{6D8C6571-807C-4C51-8EFF-B11F1743FC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29911" y="1237752"/>
                <a:ext cx="576000" cy="576000"/>
              </a:xfrm>
              <a:prstGeom prst="rect">
                <a:avLst/>
              </a:prstGeom>
            </p:spPr>
          </p:pic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947F79F-689A-47FF-926B-C7459581622F}"/>
                </a:ext>
              </a:extLst>
            </p:cNvPr>
            <p:cNvGrpSpPr/>
            <p:nvPr/>
          </p:nvGrpSpPr>
          <p:grpSpPr>
            <a:xfrm>
              <a:off x="2876854" y="4696445"/>
              <a:ext cx="1482114" cy="1482114"/>
              <a:chOff x="1310411" y="896676"/>
              <a:chExt cx="1482114" cy="1482114"/>
            </a:xfrm>
            <a:effectLst>
              <a:reflection blurRad="139700" stA="52000" endA="300" endPos="22000" dir="5400000" sy="-100000" algn="bl" rotWithShape="0"/>
            </a:effectLst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28DDEBE-3977-4116-832B-7BF09AA0F6EE}"/>
                  </a:ext>
                </a:extLst>
              </p:cNvPr>
              <p:cNvSpPr/>
              <p:nvPr/>
            </p:nvSpPr>
            <p:spPr>
              <a:xfrm>
                <a:off x="1310411" y="896676"/>
                <a:ext cx="1482114" cy="148211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81000" dist="38100" dir="2700000" algn="tl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97AD2E4-F715-4ACF-BA2F-121FCBE3ED1C}"/>
                  </a:ext>
                </a:extLst>
              </p:cNvPr>
              <p:cNvSpPr/>
              <p:nvPr/>
            </p:nvSpPr>
            <p:spPr>
              <a:xfrm>
                <a:off x="1431762" y="1015857"/>
                <a:ext cx="1243752" cy="1243752"/>
              </a:xfrm>
              <a:prstGeom prst="ellipse">
                <a:avLst/>
              </a:prstGeom>
              <a:gradFill flip="none" rotWithShape="1">
                <a:gsLst>
                  <a:gs pos="0">
                    <a:srgbClr val="66FF33"/>
                  </a:gs>
                  <a:gs pos="100000">
                    <a:srgbClr val="008000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381000" dist="38100" dir="2700000" sx="103000" sy="103000" algn="tl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C417B0C4-BB80-4EF4-9F18-46878136A0FF}"/>
                  </a:ext>
                </a:extLst>
              </p:cNvPr>
              <p:cNvSpPr/>
              <p:nvPr/>
            </p:nvSpPr>
            <p:spPr>
              <a:xfrm>
                <a:off x="2083927" y="1016337"/>
                <a:ext cx="591587" cy="1092211"/>
              </a:xfrm>
              <a:custGeom>
                <a:avLst/>
                <a:gdLst>
                  <a:gd name="connsiteX0" fmla="*/ 0 w 591587"/>
                  <a:gd name="connsiteY0" fmla="*/ 0 h 1092211"/>
                  <a:gd name="connsiteX1" fmla="*/ 95041 w 591587"/>
                  <a:gd name="connsiteY1" fmla="*/ 9581 h 1092211"/>
                  <a:gd name="connsiteX2" fmla="*/ 591587 w 591587"/>
                  <a:gd name="connsiteY2" fmla="*/ 618823 h 1092211"/>
                  <a:gd name="connsiteX3" fmla="*/ 409444 w 591587"/>
                  <a:gd name="connsiteY3" fmla="*/ 1058556 h 1092211"/>
                  <a:gd name="connsiteX4" fmla="*/ 368654 w 591587"/>
                  <a:gd name="connsiteY4" fmla="*/ 1092211 h 1092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587" h="1092211">
                    <a:moveTo>
                      <a:pt x="0" y="0"/>
                    </a:moveTo>
                    <a:lnTo>
                      <a:pt x="95041" y="9581"/>
                    </a:lnTo>
                    <a:cubicBezTo>
                      <a:pt x="378420" y="67569"/>
                      <a:pt x="591587" y="318302"/>
                      <a:pt x="591587" y="618823"/>
                    </a:cubicBezTo>
                    <a:cubicBezTo>
                      <a:pt x="591587" y="790550"/>
                      <a:pt x="521981" y="946019"/>
                      <a:pt x="409444" y="1058556"/>
                    </a:cubicBezTo>
                    <a:lnTo>
                      <a:pt x="368654" y="1092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42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36E9827-7769-4C25-9AF3-67F093828C3A}"/>
              </a:ext>
            </a:extLst>
          </p:cNvPr>
          <p:cNvGrpSpPr/>
          <p:nvPr/>
        </p:nvGrpSpPr>
        <p:grpSpPr>
          <a:xfrm>
            <a:off x="7874725" y="732068"/>
            <a:ext cx="1482114" cy="5393864"/>
            <a:chOff x="2876854" y="784695"/>
            <a:chExt cx="1482114" cy="5393864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017DCDF3-7FA3-4FE4-BB54-EAC658DB99F8}"/>
                </a:ext>
              </a:extLst>
            </p:cNvPr>
            <p:cNvGrpSpPr/>
            <p:nvPr/>
          </p:nvGrpSpPr>
          <p:grpSpPr>
            <a:xfrm>
              <a:off x="2876854" y="784695"/>
              <a:ext cx="1482114" cy="1482114"/>
              <a:chOff x="1310411" y="896676"/>
              <a:chExt cx="1482114" cy="1482114"/>
            </a:xfrm>
            <a:effectLst>
              <a:reflection blurRad="139700" stA="52000" endA="300" endPos="22000" dir="5400000" sy="-100000" algn="bl" rotWithShape="0"/>
            </a:effectLst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89E915BF-CE4C-48A7-BD84-FCD350D164C9}"/>
                  </a:ext>
                </a:extLst>
              </p:cNvPr>
              <p:cNvSpPr/>
              <p:nvPr/>
            </p:nvSpPr>
            <p:spPr>
              <a:xfrm>
                <a:off x="1310411" y="896676"/>
                <a:ext cx="1482114" cy="148211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81000" dist="38100" dir="2700000" algn="tl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48229A4-732F-411C-ABC1-16716604A499}"/>
                  </a:ext>
                </a:extLst>
              </p:cNvPr>
              <p:cNvSpPr/>
              <p:nvPr/>
            </p:nvSpPr>
            <p:spPr>
              <a:xfrm>
                <a:off x="1431762" y="1015857"/>
                <a:ext cx="1243752" cy="1243752"/>
              </a:xfrm>
              <a:prstGeom prst="ellipse">
                <a:avLst/>
              </a:prstGeom>
              <a:gradFill flip="none" rotWithShape="1">
                <a:gsLst>
                  <a:gs pos="0">
                    <a:srgbClr val="FF3BFF"/>
                  </a:gs>
                  <a:gs pos="100000">
                    <a:srgbClr val="660066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381000" dist="38100" dir="2700000" sx="103000" sy="103000" algn="tl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CA2D3B2-0F1A-42D5-A1CA-FD24EA0DFF6E}"/>
                  </a:ext>
                </a:extLst>
              </p:cNvPr>
              <p:cNvSpPr/>
              <p:nvPr/>
            </p:nvSpPr>
            <p:spPr>
              <a:xfrm>
                <a:off x="2083927" y="1016337"/>
                <a:ext cx="591587" cy="1092211"/>
              </a:xfrm>
              <a:custGeom>
                <a:avLst/>
                <a:gdLst>
                  <a:gd name="connsiteX0" fmla="*/ 0 w 591587"/>
                  <a:gd name="connsiteY0" fmla="*/ 0 h 1092211"/>
                  <a:gd name="connsiteX1" fmla="*/ 95041 w 591587"/>
                  <a:gd name="connsiteY1" fmla="*/ 9581 h 1092211"/>
                  <a:gd name="connsiteX2" fmla="*/ 591587 w 591587"/>
                  <a:gd name="connsiteY2" fmla="*/ 618823 h 1092211"/>
                  <a:gd name="connsiteX3" fmla="*/ 409444 w 591587"/>
                  <a:gd name="connsiteY3" fmla="*/ 1058556 h 1092211"/>
                  <a:gd name="connsiteX4" fmla="*/ 368654 w 591587"/>
                  <a:gd name="connsiteY4" fmla="*/ 1092211 h 1092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587" h="1092211">
                    <a:moveTo>
                      <a:pt x="0" y="0"/>
                    </a:moveTo>
                    <a:lnTo>
                      <a:pt x="95041" y="9581"/>
                    </a:lnTo>
                    <a:cubicBezTo>
                      <a:pt x="378420" y="67569"/>
                      <a:pt x="591587" y="318302"/>
                      <a:pt x="591587" y="618823"/>
                    </a:cubicBezTo>
                    <a:cubicBezTo>
                      <a:pt x="591587" y="790550"/>
                      <a:pt x="521981" y="946019"/>
                      <a:pt x="409444" y="1058556"/>
                    </a:cubicBezTo>
                    <a:lnTo>
                      <a:pt x="368654" y="1092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42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58626BA-9202-4736-9613-3EE6A52EC9C3}"/>
                </a:ext>
              </a:extLst>
            </p:cNvPr>
            <p:cNvGrpSpPr/>
            <p:nvPr/>
          </p:nvGrpSpPr>
          <p:grpSpPr>
            <a:xfrm>
              <a:off x="2876854" y="4696445"/>
              <a:ext cx="1482114" cy="1482114"/>
              <a:chOff x="1310411" y="896676"/>
              <a:chExt cx="1482114" cy="1482114"/>
            </a:xfrm>
            <a:effectLst>
              <a:reflection blurRad="139700" stA="52000" endA="300" endPos="22000" dir="5400000" sy="-100000" algn="bl" rotWithShape="0"/>
            </a:effectLst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5EB2551E-2E89-42D1-8414-B64823A6FC11}"/>
                  </a:ext>
                </a:extLst>
              </p:cNvPr>
              <p:cNvSpPr/>
              <p:nvPr/>
            </p:nvSpPr>
            <p:spPr>
              <a:xfrm>
                <a:off x="1310411" y="896676"/>
                <a:ext cx="1482114" cy="148211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81000" dist="38100" dir="2700000" algn="tl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D2FE6F95-890C-4754-B9A9-12E5034F6140}"/>
                  </a:ext>
                </a:extLst>
              </p:cNvPr>
              <p:cNvSpPr/>
              <p:nvPr/>
            </p:nvSpPr>
            <p:spPr>
              <a:xfrm>
                <a:off x="1431762" y="1015857"/>
                <a:ext cx="1243752" cy="1243752"/>
              </a:xfrm>
              <a:prstGeom prst="ellipse">
                <a:avLst/>
              </a:prstGeom>
              <a:gradFill flip="none" rotWithShape="1">
                <a:gsLst>
                  <a:gs pos="0">
                    <a:srgbClr val="FF9933"/>
                  </a:gs>
                  <a:gs pos="100000">
                    <a:srgbClr val="CC3300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381000" dist="38100" dir="2700000" sx="103000" sy="103000" algn="tl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12A5C3E3-88C9-4073-AA9B-1216C1E3A193}"/>
                  </a:ext>
                </a:extLst>
              </p:cNvPr>
              <p:cNvSpPr/>
              <p:nvPr/>
            </p:nvSpPr>
            <p:spPr>
              <a:xfrm>
                <a:off x="2083927" y="1016337"/>
                <a:ext cx="591587" cy="1092211"/>
              </a:xfrm>
              <a:custGeom>
                <a:avLst/>
                <a:gdLst>
                  <a:gd name="connsiteX0" fmla="*/ 0 w 591587"/>
                  <a:gd name="connsiteY0" fmla="*/ 0 h 1092211"/>
                  <a:gd name="connsiteX1" fmla="*/ 95041 w 591587"/>
                  <a:gd name="connsiteY1" fmla="*/ 9581 h 1092211"/>
                  <a:gd name="connsiteX2" fmla="*/ 591587 w 591587"/>
                  <a:gd name="connsiteY2" fmla="*/ 618823 h 1092211"/>
                  <a:gd name="connsiteX3" fmla="*/ 409444 w 591587"/>
                  <a:gd name="connsiteY3" fmla="*/ 1058556 h 1092211"/>
                  <a:gd name="connsiteX4" fmla="*/ 368654 w 591587"/>
                  <a:gd name="connsiteY4" fmla="*/ 1092211 h 1092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587" h="1092211">
                    <a:moveTo>
                      <a:pt x="0" y="0"/>
                    </a:moveTo>
                    <a:lnTo>
                      <a:pt x="95041" y="9581"/>
                    </a:lnTo>
                    <a:cubicBezTo>
                      <a:pt x="378420" y="67569"/>
                      <a:pt x="591587" y="318302"/>
                      <a:pt x="591587" y="618823"/>
                    </a:cubicBezTo>
                    <a:cubicBezTo>
                      <a:pt x="591587" y="790550"/>
                      <a:pt x="521981" y="946019"/>
                      <a:pt x="409444" y="1058556"/>
                    </a:cubicBezTo>
                    <a:lnTo>
                      <a:pt x="368654" y="1092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42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pic>
        <p:nvPicPr>
          <p:cNvPr id="31" name="Graphic 30" descr="Upward trend">
            <a:extLst>
              <a:ext uri="{FF2B5EF4-FFF2-40B4-BE49-F238E27FC236}">
                <a16:creationId xmlns:a16="http://schemas.microsoft.com/office/drawing/2014/main" id="{572F4FAA-3AC4-4A8D-B0A6-39E3368A85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2447" y="1185125"/>
            <a:ext cx="576000" cy="576000"/>
          </a:xfrm>
          <a:prstGeom prst="rect">
            <a:avLst/>
          </a:prstGeom>
        </p:spPr>
      </p:pic>
      <p:pic>
        <p:nvPicPr>
          <p:cNvPr id="29" name="Graphic 28" descr="Downward trend">
            <a:extLst>
              <a:ext uri="{FF2B5EF4-FFF2-40B4-BE49-F238E27FC236}">
                <a16:creationId xmlns:a16="http://schemas.microsoft.com/office/drawing/2014/main" id="{B4F49EF1-65B7-4FEA-A11E-ACD72E2154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30447" y="5114875"/>
            <a:ext cx="540000" cy="540000"/>
          </a:xfrm>
          <a:prstGeom prst="rect">
            <a:avLst/>
          </a:prstGeom>
        </p:spPr>
      </p:pic>
      <p:pic>
        <p:nvPicPr>
          <p:cNvPr id="27" name="Graphic 26" descr="Bar chart">
            <a:extLst>
              <a:ext uri="{FF2B5EF4-FFF2-40B4-BE49-F238E27FC236}">
                <a16:creationId xmlns:a16="http://schemas.microsoft.com/office/drawing/2014/main" id="{B6DF8440-9810-4466-9130-4E9882F0D3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9911" y="5021584"/>
            <a:ext cx="576000" cy="576000"/>
          </a:xfrm>
          <a:prstGeom prst="rect">
            <a:avLst/>
          </a:prstGeom>
        </p:spPr>
      </p:pic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C428C37F-BE6B-49B8-BC6F-C0091800762A}"/>
              </a:ext>
            </a:extLst>
          </p:cNvPr>
          <p:cNvCxnSpPr>
            <a:stCxn id="23" idx="1"/>
            <a:endCxn id="53" idx="6"/>
          </p:cNvCxnSpPr>
          <p:nvPr/>
        </p:nvCxnSpPr>
        <p:spPr>
          <a:xfrm rot="16200000" flipV="1">
            <a:off x="4249373" y="1582721"/>
            <a:ext cx="1022277" cy="803085"/>
          </a:xfrm>
          <a:prstGeom prst="bentConnector2">
            <a:avLst/>
          </a:prstGeom>
          <a:ln>
            <a:solidFill>
              <a:srgbClr val="00D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BD89B096-0BFB-4991-A287-9C6048EAA655}"/>
              </a:ext>
            </a:extLst>
          </p:cNvPr>
          <p:cNvCxnSpPr>
            <a:cxnSpLocks/>
            <a:stCxn id="23" idx="7"/>
            <a:endCxn id="76" idx="2"/>
          </p:cNvCxnSpPr>
          <p:nvPr/>
        </p:nvCxnSpPr>
        <p:spPr>
          <a:xfrm rot="5400000" flipH="1" flipV="1">
            <a:off x="6941198" y="1561875"/>
            <a:ext cx="1022277" cy="844778"/>
          </a:xfrm>
          <a:prstGeom prst="bentConnector2">
            <a:avLst/>
          </a:prstGeom>
          <a:ln>
            <a:solidFill>
              <a:srgbClr val="EB3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77CAA364-1DC3-4365-B0F0-D099D5F60B16}"/>
              </a:ext>
            </a:extLst>
          </p:cNvPr>
          <p:cNvCxnSpPr>
            <a:cxnSpLocks/>
            <a:stCxn id="71" idx="2"/>
            <a:endCxn id="23" idx="5"/>
          </p:cNvCxnSpPr>
          <p:nvPr/>
        </p:nvCxnSpPr>
        <p:spPr>
          <a:xfrm rot="10800000">
            <a:off x="7029947" y="4363297"/>
            <a:ext cx="844778" cy="1021579"/>
          </a:xfrm>
          <a:prstGeom prst="bentConnector2">
            <a:avLst/>
          </a:prstGeom>
          <a:ln>
            <a:solidFill>
              <a:srgbClr val="F98E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FB2E1458-E991-4C20-98EE-AC1FFF809B04}"/>
              </a:ext>
            </a:extLst>
          </p:cNvPr>
          <p:cNvCxnSpPr>
            <a:cxnSpLocks/>
            <a:stCxn id="62" idx="6"/>
            <a:endCxn id="23" idx="3"/>
          </p:cNvCxnSpPr>
          <p:nvPr/>
        </p:nvCxnSpPr>
        <p:spPr>
          <a:xfrm flipV="1">
            <a:off x="4358968" y="4363296"/>
            <a:ext cx="803085" cy="1021579"/>
          </a:xfrm>
          <a:prstGeom prst="bentConnector2">
            <a:avLst/>
          </a:prstGeom>
          <a:ln>
            <a:solidFill>
              <a:srgbClr val="5DF4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7B530E0-5644-480B-9C31-2A1E01743565}"/>
              </a:ext>
            </a:extLst>
          </p:cNvPr>
          <p:cNvGrpSpPr/>
          <p:nvPr/>
        </p:nvGrpSpPr>
        <p:grpSpPr>
          <a:xfrm>
            <a:off x="761496" y="1018032"/>
            <a:ext cx="1971348" cy="1090516"/>
            <a:chOff x="745067" y="1185125"/>
            <a:chExt cx="1971348" cy="1090516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2204DEF-7ABF-42E8-9C5F-A95A346F14AD}"/>
                </a:ext>
              </a:extLst>
            </p:cNvPr>
            <p:cNvSpPr txBox="1"/>
            <p:nvPr/>
          </p:nvSpPr>
          <p:spPr>
            <a:xfrm>
              <a:off x="745067" y="1185125"/>
              <a:ext cx="1371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rgbClr val="0080DF"/>
                  </a:solidFill>
                  <a:latin typeface="Century Gothic" panose="020B0502020202020204" pitchFamily="34" charset="0"/>
                </a:rPr>
                <a:t>HEADING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F851F61-D9D5-49B1-8266-CB1A7CB6736E}"/>
                </a:ext>
              </a:extLst>
            </p:cNvPr>
            <p:cNvSpPr txBox="1"/>
            <p:nvPr/>
          </p:nvSpPr>
          <p:spPr>
            <a:xfrm>
              <a:off x="745067" y="1444644"/>
              <a:ext cx="19713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9DE9C3F-B6F0-4A7F-9F45-97ADAE1C28BD}"/>
              </a:ext>
            </a:extLst>
          </p:cNvPr>
          <p:cNvGrpSpPr/>
          <p:nvPr/>
        </p:nvGrpSpPr>
        <p:grpSpPr>
          <a:xfrm>
            <a:off x="761496" y="4765174"/>
            <a:ext cx="1971348" cy="1090516"/>
            <a:chOff x="745067" y="1185125"/>
            <a:chExt cx="1971348" cy="1090516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F99EE3A-AD60-4356-8E74-EE83006B19BE}"/>
                </a:ext>
              </a:extLst>
            </p:cNvPr>
            <p:cNvSpPr txBox="1"/>
            <p:nvPr/>
          </p:nvSpPr>
          <p:spPr>
            <a:xfrm>
              <a:off x="745067" y="1185125"/>
              <a:ext cx="1371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rgbClr val="2EB917"/>
                  </a:solidFill>
                  <a:latin typeface="Century Gothic" panose="020B0502020202020204" pitchFamily="34" charset="0"/>
                </a:rPr>
                <a:t>HEADING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7092905-3548-4F71-98E5-A0626C79E9CD}"/>
                </a:ext>
              </a:extLst>
            </p:cNvPr>
            <p:cNvSpPr txBox="1"/>
            <p:nvPr/>
          </p:nvSpPr>
          <p:spPr>
            <a:xfrm>
              <a:off x="745067" y="1444644"/>
              <a:ext cx="19713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58266F4-5D95-4A11-93BE-9ED7F0A34B00}"/>
              </a:ext>
            </a:extLst>
          </p:cNvPr>
          <p:cNvGrpSpPr/>
          <p:nvPr/>
        </p:nvGrpSpPr>
        <p:grpSpPr>
          <a:xfrm>
            <a:off x="9528288" y="1018032"/>
            <a:ext cx="1971348" cy="1090516"/>
            <a:chOff x="745067" y="1185125"/>
            <a:chExt cx="1971348" cy="1090516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40344D3-1BCD-4ABB-B7FE-80F031A9CB8D}"/>
                </a:ext>
              </a:extLst>
            </p:cNvPr>
            <p:cNvSpPr txBox="1"/>
            <p:nvPr/>
          </p:nvSpPr>
          <p:spPr>
            <a:xfrm>
              <a:off x="745067" y="1185125"/>
              <a:ext cx="1371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rgbClr val="C224C2"/>
                  </a:solidFill>
                  <a:latin typeface="Century Gothic" panose="020B0502020202020204" pitchFamily="34" charset="0"/>
                </a:rPr>
                <a:t>HEADING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7DD5FB0-C73C-4F98-A0C1-4388CF248187}"/>
                </a:ext>
              </a:extLst>
            </p:cNvPr>
            <p:cNvSpPr txBox="1"/>
            <p:nvPr/>
          </p:nvSpPr>
          <p:spPr>
            <a:xfrm>
              <a:off x="745067" y="1444644"/>
              <a:ext cx="19713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9536308-59EF-4E95-8AFD-CEC1BDD84062}"/>
              </a:ext>
            </a:extLst>
          </p:cNvPr>
          <p:cNvGrpSpPr/>
          <p:nvPr/>
        </p:nvGrpSpPr>
        <p:grpSpPr>
          <a:xfrm>
            <a:off x="9528288" y="4765174"/>
            <a:ext cx="1971348" cy="1090516"/>
            <a:chOff x="745067" y="1185125"/>
            <a:chExt cx="1971348" cy="1090516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40224AD-DE65-4BF8-A606-894F16960D10}"/>
                </a:ext>
              </a:extLst>
            </p:cNvPr>
            <p:cNvSpPr txBox="1"/>
            <p:nvPr/>
          </p:nvSpPr>
          <p:spPr>
            <a:xfrm>
              <a:off x="745067" y="1185125"/>
              <a:ext cx="1371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rgbClr val="E25F16"/>
                  </a:solidFill>
                  <a:latin typeface="Century Gothic" panose="020B0502020202020204" pitchFamily="34" charset="0"/>
                </a:rPr>
                <a:t>HEADING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07CEE3C-D8AC-475E-BC2A-B2F62DD309CA}"/>
                </a:ext>
              </a:extLst>
            </p:cNvPr>
            <p:cNvSpPr txBox="1"/>
            <p:nvPr/>
          </p:nvSpPr>
          <p:spPr>
            <a:xfrm>
              <a:off x="745067" y="1444644"/>
              <a:ext cx="19713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  <a:p>
              <a:pPr algn="just"/>
              <a:r>
                <a:rPr lang="en-I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This is a placeholder for text. Add your text here. Thanks for watching.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5850F5D-0BA0-4CC2-9E84-FC268DBD3525}"/>
              </a:ext>
            </a:extLst>
          </p:cNvPr>
          <p:cNvGrpSpPr/>
          <p:nvPr/>
        </p:nvGrpSpPr>
        <p:grpSpPr>
          <a:xfrm rot="9016554">
            <a:off x="7435793" y="728064"/>
            <a:ext cx="6990889" cy="2972235"/>
            <a:chOff x="-1357369" y="2173947"/>
            <a:chExt cx="6301237" cy="2972235"/>
          </a:xfrm>
          <a:solidFill>
            <a:schemeClr val="tx1">
              <a:alpha val="2000"/>
            </a:schemeClr>
          </a:solidFill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2D8E5DDE-1C18-4676-8AFD-4F98A48A9AD1}"/>
                </a:ext>
              </a:extLst>
            </p:cNvPr>
            <p:cNvSpPr/>
            <p:nvPr/>
          </p:nvSpPr>
          <p:spPr>
            <a:xfrm>
              <a:off x="-1357369" y="2173947"/>
              <a:ext cx="5367200" cy="93394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27AD0151-174F-4E65-8B4C-E40590873C52}"/>
                </a:ext>
              </a:extLst>
            </p:cNvPr>
            <p:cNvSpPr/>
            <p:nvPr/>
          </p:nvSpPr>
          <p:spPr>
            <a:xfrm>
              <a:off x="-1034284" y="3193091"/>
              <a:ext cx="5690266" cy="93394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DAB0E17B-B3BA-4F41-93CF-43D80E4C1DE8}"/>
                </a:ext>
              </a:extLst>
            </p:cNvPr>
            <p:cNvSpPr/>
            <p:nvPr/>
          </p:nvSpPr>
          <p:spPr>
            <a:xfrm>
              <a:off x="-746398" y="4212235"/>
              <a:ext cx="5690266" cy="93394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404938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198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Pankaj Sharma</dc:creator>
  <cp:lastModifiedBy>Pankaj Sharma</cp:lastModifiedBy>
  <cp:revision>8</cp:revision>
  <dcterms:created xsi:type="dcterms:W3CDTF">2017-09-15T16:47:42Z</dcterms:created>
  <dcterms:modified xsi:type="dcterms:W3CDTF">2017-09-15T17:53:52Z</dcterms:modified>
</cp:coreProperties>
</file>