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DE1E2"/>
    <a:srgbClr val="FED73D"/>
    <a:srgbClr val="00AECD"/>
    <a:srgbClr val="64539E"/>
    <a:srgbClr val="CC499B"/>
    <a:srgbClr val="F9951F"/>
    <a:srgbClr val="FFD539"/>
    <a:srgbClr val="00ACBE"/>
    <a:srgbClr val="6050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-558" y="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3D823-9E96-4FEC-8CE2-8988BDC7766E}" type="datetimeFigureOut">
              <a:rPr lang="en-IN" smtClean="0"/>
              <a:t>03-01-2023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6AFDFE-F0F8-4C62-8598-B3BB3A01B3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006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6AFDFE-F0F8-4C62-8598-B3BB3A01B36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923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C0FE-805F-49DC-AF7D-9117F6B50B77}" type="datetimeFigureOut">
              <a:rPr lang="en-IN" smtClean="0"/>
              <a:t>03-01-2023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069C-D8FA-4A1E-BB87-37B6E1AA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66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C0FE-805F-49DC-AF7D-9117F6B50B77}" type="datetimeFigureOut">
              <a:rPr lang="en-IN" smtClean="0"/>
              <a:t>03-01-2023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069C-D8FA-4A1E-BB87-37B6E1AA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066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C0FE-805F-49DC-AF7D-9117F6B50B77}" type="datetimeFigureOut">
              <a:rPr lang="en-IN" smtClean="0"/>
              <a:t>03-01-2023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069C-D8FA-4A1E-BB87-37B6E1AA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551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C0FE-805F-49DC-AF7D-9117F6B50B77}" type="datetimeFigureOut">
              <a:rPr lang="en-IN" smtClean="0"/>
              <a:t>03-01-2023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069C-D8FA-4A1E-BB87-37B6E1AA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526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C0FE-805F-49DC-AF7D-9117F6B50B77}" type="datetimeFigureOut">
              <a:rPr lang="en-IN" smtClean="0"/>
              <a:t>03-01-2023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069C-D8FA-4A1E-BB87-37B6E1AA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976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C0FE-805F-49DC-AF7D-9117F6B50B77}" type="datetimeFigureOut">
              <a:rPr lang="en-IN" smtClean="0"/>
              <a:t>03-01-2023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069C-D8FA-4A1E-BB87-37B6E1AA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173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C0FE-805F-49DC-AF7D-9117F6B50B77}" type="datetimeFigureOut">
              <a:rPr lang="en-IN" smtClean="0"/>
              <a:t>03-01-2023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069C-D8FA-4A1E-BB87-37B6E1AA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746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C0FE-805F-49DC-AF7D-9117F6B50B77}" type="datetimeFigureOut">
              <a:rPr lang="en-IN" smtClean="0"/>
              <a:t>03-01-2023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069C-D8FA-4A1E-BB87-37B6E1AA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93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C0FE-805F-49DC-AF7D-9117F6B50B77}" type="datetimeFigureOut">
              <a:rPr lang="en-IN" smtClean="0"/>
              <a:t>03-01-2023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069C-D8FA-4A1E-BB87-37B6E1AA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296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C0FE-805F-49DC-AF7D-9117F6B50B77}" type="datetimeFigureOut">
              <a:rPr lang="en-IN" smtClean="0"/>
              <a:t>03-01-2023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069C-D8FA-4A1E-BB87-37B6E1AA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380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CC0FE-805F-49DC-AF7D-9117F6B50B77}" type="datetimeFigureOut">
              <a:rPr lang="en-IN" smtClean="0"/>
              <a:t>03-01-2023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069C-D8FA-4A1E-BB87-37B6E1AA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763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CC0FE-805F-49DC-AF7D-9117F6B50B77}" type="datetimeFigureOut">
              <a:rPr lang="en-IN" smtClean="0"/>
              <a:t>03-01-2023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A069C-D8FA-4A1E-BB87-37B6E1AACA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771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6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image" Target="../media/image10.svg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5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image" Target="../media/image2.svg"/><Relationship Id="rId9" Type="http://schemas.openxmlformats.org/officeDocument/2006/relationships/image" Target="../media/image4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13.png"/><Relationship Id="rId30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10" name="Group 109"/>
          <p:cNvGrpSpPr/>
          <p:nvPr/>
        </p:nvGrpSpPr>
        <p:grpSpPr>
          <a:xfrm>
            <a:off x="998554" y="794467"/>
            <a:ext cx="10194893" cy="5376300"/>
            <a:chOff x="1478383" y="794467"/>
            <a:chExt cx="10194893" cy="5376300"/>
          </a:xfrm>
        </p:grpSpPr>
        <p:sp>
          <p:nvSpPr>
            <p:cNvPr id="56" name="Oval 55"/>
            <p:cNvSpPr/>
            <p:nvPr/>
          </p:nvSpPr>
          <p:spPr>
            <a:xfrm>
              <a:off x="1478383" y="1277371"/>
              <a:ext cx="4446163" cy="4446163"/>
            </a:xfrm>
            <a:prstGeom prst="ellipse">
              <a:avLst/>
            </a:prstGeom>
            <a:pattFill prst="smGrid">
              <a:fgClr>
                <a:schemeClr val="bg1">
                  <a:lumMod val="95000"/>
                </a:schemeClr>
              </a:fgClr>
              <a:bgClr>
                <a:srgbClr val="DDE1E2"/>
              </a:bgClr>
            </a:pattFill>
            <a:ln>
              <a:noFill/>
            </a:ln>
            <a:effectLst>
              <a:innerShdw blurRad="952500">
                <a:schemeClr val="tx1">
                  <a:lumMod val="50000"/>
                  <a:lumOff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Oval 53"/>
            <p:cNvSpPr/>
            <p:nvPr/>
          </p:nvSpPr>
          <p:spPr>
            <a:xfrm>
              <a:off x="1850758" y="1649746"/>
              <a:ext cx="3701413" cy="3701413"/>
            </a:xfrm>
            <a:prstGeom prst="ellipse">
              <a:avLst/>
            </a:prstGeom>
            <a:gradFill flip="none" rotWithShape="1">
              <a:gsLst>
                <a:gs pos="0">
                  <a:srgbClr val="DDE1E2"/>
                </a:gs>
                <a:gs pos="100000">
                  <a:srgbClr val="FFFFFF"/>
                </a:gs>
              </a:gsLst>
              <a:lin ang="16200000" scaled="1"/>
              <a:tileRect/>
            </a:gradFill>
            <a:ln w="558800">
              <a:noFill/>
            </a:ln>
            <a:effectLst>
              <a:outerShdw blurRad="508000" dist="76200" dir="2700000" sx="102000" sy="102000" algn="tl" rotWithShape="0">
                <a:schemeClr val="tx1">
                  <a:lumMod val="65000"/>
                  <a:lumOff val="35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 extrusionH="152400" prstMaterial="matte">
              <a:bevelT w="101600" h="12700" prst="softRound"/>
              <a:contourClr>
                <a:schemeClr val="bg1">
                  <a:lumMod val="7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Rectangle: Rounded Corners 19"/>
            <p:cNvSpPr/>
            <p:nvPr/>
          </p:nvSpPr>
          <p:spPr>
            <a:xfrm>
              <a:off x="7062594" y="1036078"/>
              <a:ext cx="3691885" cy="80354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CB117"/>
                </a:gs>
                <a:gs pos="100000">
                  <a:srgbClr val="FFDB3F"/>
                </a:gs>
              </a:gsLst>
              <a:lin ang="13500000" scaled="1"/>
              <a:tileRect/>
            </a:gradFill>
            <a:ln>
              <a:noFill/>
            </a:ln>
            <a:effectLst>
              <a:innerShdw blurRad="254000" dist="381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: Rounded Corners 20"/>
            <p:cNvSpPr/>
            <p:nvPr/>
          </p:nvSpPr>
          <p:spPr>
            <a:xfrm>
              <a:off x="7601616" y="2058461"/>
              <a:ext cx="3691885" cy="80354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05222"/>
                </a:gs>
                <a:gs pos="100000">
                  <a:srgbClr val="FBA31A"/>
                </a:gs>
              </a:gsLst>
              <a:lin ang="13500000" scaled="1"/>
              <a:tileRect/>
            </a:gradFill>
            <a:ln>
              <a:noFill/>
            </a:ln>
            <a:effectLst>
              <a:innerShdw blurRad="254000" dist="381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: Rounded Corners 21"/>
            <p:cNvSpPr/>
            <p:nvPr/>
          </p:nvSpPr>
          <p:spPr>
            <a:xfrm>
              <a:off x="7981391" y="3080845"/>
              <a:ext cx="3691885" cy="80354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6228F"/>
                </a:gs>
                <a:gs pos="100000">
                  <a:srgbClr val="D3509D"/>
                </a:gs>
              </a:gsLst>
              <a:lin ang="13500000" scaled="1"/>
              <a:tileRect/>
            </a:gradFill>
            <a:ln>
              <a:noFill/>
            </a:ln>
            <a:effectLst>
              <a:innerShdw blurRad="254000" dist="381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: Rounded Corners 22"/>
            <p:cNvSpPr/>
            <p:nvPr/>
          </p:nvSpPr>
          <p:spPr>
            <a:xfrm>
              <a:off x="7601615" y="4103228"/>
              <a:ext cx="3691885" cy="80354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473E8F"/>
                </a:gs>
                <a:gs pos="100000">
                  <a:srgbClr val="6957A1"/>
                </a:gs>
              </a:gsLst>
              <a:lin ang="13500000" scaled="1"/>
              <a:tileRect/>
            </a:gradFill>
            <a:ln>
              <a:noFill/>
            </a:ln>
            <a:effectLst>
              <a:innerShdw blurRad="254000" dist="381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Rectangle: Rounded Corners 23"/>
            <p:cNvSpPr/>
            <p:nvPr/>
          </p:nvSpPr>
          <p:spPr>
            <a:xfrm>
              <a:off x="7062594" y="5125612"/>
              <a:ext cx="3691885" cy="80354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AAA9"/>
                </a:gs>
                <a:gs pos="100000">
                  <a:srgbClr val="00AED0"/>
                </a:gs>
              </a:gsLst>
              <a:lin ang="13500000" scaled="1"/>
              <a:tileRect/>
            </a:gradFill>
            <a:ln>
              <a:noFill/>
            </a:ln>
            <a:effectLst>
              <a:innerShdw blurRad="254000" dist="381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Freeform: Shape 32"/>
            <p:cNvSpPr/>
            <p:nvPr/>
          </p:nvSpPr>
          <p:spPr>
            <a:xfrm>
              <a:off x="3885125" y="794467"/>
              <a:ext cx="2688152" cy="5376300"/>
            </a:xfrm>
            <a:custGeom>
              <a:avLst/>
              <a:gdLst>
                <a:gd name="connsiteX0" fmla="*/ 0 w 2688152"/>
                <a:gd name="connsiteY0" fmla="*/ 0 h 5376300"/>
                <a:gd name="connsiteX1" fmla="*/ 2 w 2688152"/>
                <a:gd name="connsiteY1" fmla="*/ 0 h 5376300"/>
                <a:gd name="connsiteX2" fmla="*/ 2688152 w 2688152"/>
                <a:gd name="connsiteY2" fmla="*/ 2688150 h 5376300"/>
                <a:gd name="connsiteX3" fmla="*/ 2 w 2688152"/>
                <a:gd name="connsiteY3" fmla="*/ 5376300 h 5376300"/>
                <a:gd name="connsiteX4" fmla="*/ 0 w 2688152"/>
                <a:gd name="connsiteY4" fmla="*/ 5376300 h 5376300"/>
                <a:gd name="connsiteX5" fmla="*/ 0 w 2688152"/>
                <a:gd name="connsiteY5" fmla="*/ 5268071 h 5376300"/>
                <a:gd name="connsiteX6" fmla="*/ 186213 w 2688152"/>
                <a:gd name="connsiteY6" fmla="*/ 5258902 h 5376300"/>
                <a:gd name="connsiteX7" fmla="*/ 2565270 w 2688152"/>
                <a:gd name="connsiteY7" fmla="*/ 2688151 h 5376300"/>
                <a:gd name="connsiteX8" fmla="*/ 186213 w 2688152"/>
                <a:gd name="connsiteY8" fmla="*/ 117401 h 5376300"/>
                <a:gd name="connsiteX9" fmla="*/ 0 w 2688152"/>
                <a:gd name="connsiteY9" fmla="*/ 108231 h 53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88152" h="5376300">
                  <a:moveTo>
                    <a:pt x="0" y="0"/>
                  </a:moveTo>
                  <a:lnTo>
                    <a:pt x="2" y="0"/>
                  </a:lnTo>
                  <a:cubicBezTo>
                    <a:pt x="1484626" y="0"/>
                    <a:pt x="2688152" y="1203526"/>
                    <a:pt x="2688152" y="2688150"/>
                  </a:cubicBezTo>
                  <a:cubicBezTo>
                    <a:pt x="2688152" y="4172775"/>
                    <a:pt x="1484626" y="5376300"/>
                    <a:pt x="2" y="5376300"/>
                  </a:cubicBezTo>
                  <a:lnTo>
                    <a:pt x="0" y="5376300"/>
                  </a:lnTo>
                  <a:lnTo>
                    <a:pt x="0" y="5268071"/>
                  </a:lnTo>
                  <a:lnTo>
                    <a:pt x="186213" y="5258902"/>
                  </a:lnTo>
                  <a:cubicBezTo>
                    <a:pt x="1522494" y="5126571"/>
                    <a:pt x="2565270" y="4026109"/>
                    <a:pt x="2565270" y="2688151"/>
                  </a:cubicBezTo>
                  <a:cubicBezTo>
                    <a:pt x="2565270" y="1350193"/>
                    <a:pt x="1522494" y="249732"/>
                    <a:pt x="186213" y="117401"/>
                  </a:cubicBezTo>
                  <a:lnTo>
                    <a:pt x="0" y="108231"/>
                  </a:lnTo>
                  <a:close/>
                </a:path>
              </a:pathLst>
            </a:custGeom>
            <a:gradFill flip="none" rotWithShape="1">
              <a:gsLst>
                <a:gs pos="75000">
                  <a:srgbClr val="60509C"/>
                </a:gs>
                <a:gs pos="50000">
                  <a:srgbClr val="C74399"/>
                </a:gs>
                <a:gs pos="25000">
                  <a:srgbClr val="F4941D"/>
                </a:gs>
                <a:gs pos="0">
                  <a:srgbClr val="FFD63A"/>
                </a:gs>
                <a:gs pos="100000">
                  <a:srgbClr val="00ACBE"/>
                </a:gs>
              </a:gsLst>
              <a:lin ang="5400000" scaled="1"/>
              <a:tileRect/>
            </a:gradFill>
            <a:ln w="82550">
              <a:solidFill>
                <a:schemeClr val="bg1">
                  <a:lumMod val="95000"/>
                </a:schemeClr>
              </a:solidFill>
            </a:ln>
            <a:effectLst>
              <a:glow rad="76200">
                <a:schemeClr val="accent5">
                  <a:satMod val="175000"/>
                  <a:alpha val="9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310723" y="1261625"/>
              <a:ext cx="352449" cy="352449"/>
            </a:xfrm>
            <a:prstGeom prst="ellipse">
              <a:avLst/>
            </a:prstGeom>
            <a:solidFill>
              <a:srgbClr val="FFD539"/>
            </a:solidFill>
            <a:ln>
              <a:noFill/>
            </a:ln>
            <a:effectLst>
              <a:outerShdw blurRad="254000" dist="38100" dir="2700000" sx="102000" sy="102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Oval 34"/>
            <p:cNvSpPr/>
            <p:nvPr/>
          </p:nvSpPr>
          <p:spPr>
            <a:xfrm>
              <a:off x="6122131" y="2284009"/>
              <a:ext cx="352449" cy="352449"/>
            </a:xfrm>
            <a:prstGeom prst="ellipse">
              <a:avLst/>
            </a:prstGeom>
            <a:solidFill>
              <a:srgbClr val="F9951F"/>
            </a:solidFill>
            <a:ln>
              <a:noFill/>
            </a:ln>
            <a:effectLst>
              <a:outerShdw blurRad="254000" dist="38100" dir="2700000" sx="102000" sy="102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Oval 35"/>
            <p:cNvSpPr/>
            <p:nvPr/>
          </p:nvSpPr>
          <p:spPr>
            <a:xfrm>
              <a:off x="6317588" y="3306392"/>
              <a:ext cx="352449" cy="352449"/>
            </a:xfrm>
            <a:prstGeom prst="ellipse">
              <a:avLst/>
            </a:prstGeom>
            <a:solidFill>
              <a:srgbClr val="CC499B"/>
            </a:solidFill>
            <a:ln>
              <a:noFill/>
            </a:ln>
            <a:effectLst>
              <a:outerShdw blurRad="254000" dist="38100" dir="2700000" sx="102000" sy="102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Oval 36"/>
            <p:cNvSpPr/>
            <p:nvPr/>
          </p:nvSpPr>
          <p:spPr>
            <a:xfrm>
              <a:off x="6138006" y="4328776"/>
              <a:ext cx="352449" cy="352449"/>
            </a:xfrm>
            <a:prstGeom prst="ellipse">
              <a:avLst/>
            </a:prstGeom>
            <a:solidFill>
              <a:srgbClr val="64539E"/>
            </a:solidFill>
            <a:ln>
              <a:noFill/>
            </a:ln>
            <a:effectLst>
              <a:outerShdw blurRad="254000" dist="38100" dir="2700000" sx="102000" sy="102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Oval 37"/>
            <p:cNvSpPr/>
            <p:nvPr/>
          </p:nvSpPr>
          <p:spPr>
            <a:xfrm>
              <a:off x="5310723" y="5351159"/>
              <a:ext cx="352449" cy="352449"/>
            </a:xfrm>
            <a:prstGeom prst="ellipse">
              <a:avLst/>
            </a:prstGeom>
            <a:solidFill>
              <a:srgbClr val="00AECD"/>
            </a:solidFill>
            <a:ln>
              <a:noFill/>
            </a:ln>
            <a:effectLst>
              <a:outerShdw blurRad="254000" dist="38100" dir="2700000" sx="102000" sy="102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1" name="Straight Connector 40"/>
            <p:cNvCxnSpPr>
              <a:stCxn id="34" idx="6"/>
              <a:endCxn id="20" idx="1"/>
            </p:cNvCxnSpPr>
            <p:nvPr/>
          </p:nvCxnSpPr>
          <p:spPr>
            <a:xfrm>
              <a:off x="5663172" y="1437850"/>
              <a:ext cx="1399422" cy="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cxnSpLocks/>
              <a:stCxn id="35" idx="6"/>
              <a:endCxn id="21" idx="1"/>
            </p:cNvCxnSpPr>
            <p:nvPr/>
          </p:nvCxnSpPr>
          <p:spPr>
            <a:xfrm>
              <a:off x="6474580" y="2460234"/>
              <a:ext cx="112703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cxnSpLocks/>
              <a:stCxn id="36" idx="6"/>
              <a:endCxn id="22" idx="1"/>
            </p:cNvCxnSpPr>
            <p:nvPr/>
          </p:nvCxnSpPr>
          <p:spPr>
            <a:xfrm>
              <a:off x="6670037" y="3482617"/>
              <a:ext cx="1311354" cy="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cxnSpLocks/>
              <a:stCxn id="37" idx="6"/>
              <a:endCxn id="23" idx="1"/>
            </p:cNvCxnSpPr>
            <p:nvPr/>
          </p:nvCxnSpPr>
          <p:spPr>
            <a:xfrm>
              <a:off x="6490455" y="4505001"/>
              <a:ext cx="111116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cxnSpLocks/>
              <a:stCxn id="38" idx="6"/>
              <a:endCxn id="24" idx="1"/>
            </p:cNvCxnSpPr>
            <p:nvPr/>
          </p:nvCxnSpPr>
          <p:spPr>
            <a:xfrm>
              <a:off x="5663172" y="5527384"/>
              <a:ext cx="1399422" cy="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/>
            <p:cNvSpPr/>
            <p:nvPr/>
          </p:nvSpPr>
          <p:spPr>
            <a:xfrm>
              <a:off x="7137466" y="1115905"/>
              <a:ext cx="643888" cy="643888"/>
            </a:xfrm>
            <a:prstGeom prst="ellipse">
              <a:avLst/>
            </a:prstGeom>
            <a:gradFill flip="none" rotWithShape="1">
              <a:gsLst>
                <a:gs pos="0">
                  <a:srgbClr val="DDE1E2"/>
                </a:gs>
                <a:gs pos="100000">
                  <a:srgbClr val="FFFFFF"/>
                </a:gs>
              </a:gsLst>
              <a:lin ang="16200000" scaled="1"/>
              <a:tileRect/>
            </a:gradFill>
            <a:ln w="558800">
              <a:noFill/>
            </a:ln>
            <a:effectLst>
              <a:outerShdw blurRad="330200" dist="63500" dir="2700000" sx="106000" sy="106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 extrusionH="152400" prstMaterial="matte">
              <a:bevelT w="101600" h="12700" prst="softRound"/>
              <a:contourClr>
                <a:schemeClr val="bg1">
                  <a:lumMod val="7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0" name="Oval 59"/>
            <p:cNvSpPr/>
            <p:nvPr/>
          </p:nvSpPr>
          <p:spPr>
            <a:xfrm>
              <a:off x="7676634" y="2138287"/>
              <a:ext cx="643888" cy="643888"/>
            </a:xfrm>
            <a:prstGeom prst="ellipse">
              <a:avLst/>
            </a:prstGeom>
            <a:gradFill flip="none" rotWithShape="1">
              <a:gsLst>
                <a:gs pos="0">
                  <a:srgbClr val="DDE1E2"/>
                </a:gs>
                <a:gs pos="100000">
                  <a:srgbClr val="FFFFFF"/>
                </a:gs>
              </a:gsLst>
              <a:lin ang="16200000" scaled="1"/>
              <a:tileRect/>
            </a:gradFill>
            <a:ln w="558800">
              <a:noFill/>
            </a:ln>
            <a:effectLst>
              <a:outerShdw blurRad="330200" dist="63500" dir="2700000" sx="106000" sy="106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 extrusionH="152400" prstMaterial="matte">
              <a:bevelT w="101600" h="12700" prst="softRound"/>
              <a:contourClr>
                <a:schemeClr val="bg1">
                  <a:lumMod val="7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1" name="Oval 60"/>
            <p:cNvSpPr/>
            <p:nvPr/>
          </p:nvSpPr>
          <p:spPr>
            <a:xfrm>
              <a:off x="8050386" y="3161920"/>
              <a:ext cx="643888" cy="643888"/>
            </a:xfrm>
            <a:prstGeom prst="ellipse">
              <a:avLst/>
            </a:prstGeom>
            <a:gradFill flip="none" rotWithShape="1">
              <a:gsLst>
                <a:gs pos="0">
                  <a:srgbClr val="DDE1E2"/>
                </a:gs>
                <a:gs pos="100000">
                  <a:srgbClr val="FFFFFF"/>
                </a:gs>
              </a:gsLst>
              <a:lin ang="16200000" scaled="1"/>
              <a:tileRect/>
            </a:gradFill>
            <a:ln w="558800">
              <a:noFill/>
            </a:ln>
            <a:effectLst>
              <a:outerShdw blurRad="330200" dist="63500" dir="2700000" sx="106000" sy="106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 extrusionH="152400" prstMaterial="matte">
              <a:bevelT w="101600" h="12700" prst="softRound"/>
              <a:contourClr>
                <a:schemeClr val="bg1">
                  <a:lumMod val="7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2" name="Oval 61"/>
            <p:cNvSpPr/>
            <p:nvPr/>
          </p:nvSpPr>
          <p:spPr>
            <a:xfrm>
              <a:off x="7676634" y="4183056"/>
              <a:ext cx="643888" cy="643888"/>
            </a:xfrm>
            <a:prstGeom prst="ellipse">
              <a:avLst/>
            </a:prstGeom>
            <a:gradFill flip="none" rotWithShape="1">
              <a:gsLst>
                <a:gs pos="0">
                  <a:srgbClr val="DDE1E2"/>
                </a:gs>
                <a:gs pos="100000">
                  <a:srgbClr val="FFFFFF"/>
                </a:gs>
              </a:gsLst>
              <a:lin ang="16200000" scaled="1"/>
              <a:tileRect/>
            </a:gradFill>
            <a:ln w="558800">
              <a:noFill/>
            </a:ln>
            <a:effectLst>
              <a:outerShdw blurRad="330200" dist="63500" dir="2700000" sx="106000" sy="106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 extrusionH="152400" prstMaterial="matte">
              <a:bevelT w="101600" h="12700" prst="softRound"/>
              <a:contourClr>
                <a:schemeClr val="bg1">
                  <a:lumMod val="7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3" name="Oval 62"/>
            <p:cNvSpPr/>
            <p:nvPr/>
          </p:nvSpPr>
          <p:spPr>
            <a:xfrm>
              <a:off x="7137466" y="5205439"/>
              <a:ext cx="643888" cy="643888"/>
            </a:xfrm>
            <a:prstGeom prst="ellipse">
              <a:avLst/>
            </a:prstGeom>
            <a:gradFill flip="none" rotWithShape="1">
              <a:gsLst>
                <a:gs pos="0">
                  <a:srgbClr val="DDE1E2"/>
                </a:gs>
                <a:gs pos="100000">
                  <a:srgbClr val="FFFFFF"/>
                </a:gs>
              </a:gsLst>
              <a:lin ang="16200000" scaled="1"/>
              <a:tileRect/>
            </a:gradFill>
            <a:ln w="558800">
              <a:noFill/>
            </a:ln>
            <a:effectLst>
              <a:outerShdw blurRad="330200" dist="63500" dir="2700000" sx="106000" sy="106000" algn="tl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 extrusionH="152400" prstMaterial="matte">
              <a:bevelT w="101600" h="12700" prst="softRound"/>
              <a:contourClr>
                <a:schemeClr val="bg1">
                  <a:lumMod val="7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Oval 63"/>
            <p:cNvSpPr/>
            <p:nvPr/>
          </p:nvSpPr>
          <p:spPr>
            <a:xfrm>
              <a:off x="1964415" y="1740532"/>
              <a:ext cx="3474097" cy="3474097"/>
            </a:xfrm>
            <a:prstGeom prst="ellipse">
              <a:avLst/>
            </a:prstGeom>
            <a:noFill/>
            <a:ln w="15875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Oval 64"/>
            <p:cNvSpPr/>
            <p:nvPr/>
          </p:nvSpPr>
          <p:spPr>
            <a:xfrm>
              <a:off x="2018723" y="1793986"/>
              <a:ext cx="3367188" cy="3367188"/>
            </a:xfrm>
            <a:prstGeom prst="ellipse">
              <a:avLst/>
            </a:prstGeom>
            <a:noFill/>
            <a:ln w="15875">
              <a:solidFill>
                <a:schemeClr val="bg1">
                  <a:lumMod val="75000"/>
                </a:schemeClr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6" name="Oval 65"/>
            <p:cNvSpPr/>
            <p:nvPr/>
          </p:nvSpPr>
          <p:spPr>
            <a:xfrm>
              <a:off x="3642887" y="1712814"/>
              <a:ext cx="112102" cy="11210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7" name="Oval 66"/>
            <p:cNvSpPr/>
            <p:nvPr/>
          </p:nvSpPr>
          <p:spPr>
            <a:xfrm>
              <a:off x="3642887" y="5128127"/>
              <a:ext cx="112102" cy="11210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8" name="Oval 67"/>
            <p:cNvSpPr/>
            <p:nvPr/>
          </p:nvSpPr>
          <p:spPr>
            <a:xfrm>
              <a:off x="5364358" y="3421529"/>
              <a:ext cx="112102" cy="11210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9" name="Oval 68"/>
            <p:cNvSpPr/>
            <p:nvPr/>
          </p:nvSpPr>
          <p:spPr>
            <a:xfrm>
              <a:off x="1949728" y="3421529"/>
              <a:ext cx="112102" cy="11210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71" name="Graphic 70" descr="Laptop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174330" y="3279580"/>
              <a:ext cx="396000" cy="396000"/>
            </a:xfrm>
            <a:prstGeom prst="rect">
              <a:avLst/>
            </a:prstGeom>
          </p:spPr>
        </p:pic>
        <p:pic>
          <p:nvPicPr>
            <p:cNvPr id="73" name="Graphic 72" descr="Monitor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7799272" y="4307000"/>
              <a:ext cx="396000" cy="396000"/>
            </a:xfrm>
            <a:prstGeom prst="rect">
              <a:avLst/>
            </a:prstGeom>
          </p:spPr>
        </p:pic>
        <p:pic>
          <p:nvPicPr>
            <p:cNvPr id="75" name="Graphic 74" descr="Smart Phone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p:blipFill>
          <p:spPr>
            <a:xfrm>
              <a:off x="7261410" y="1239381"/>
              <a:ext cx="396000" cy="396000"/>
            </a:xfrm>
            <a:prstGeom prst="rect">
              <a:avLst/>
            </a:prstGeom>
          </p:spPr>
        </p:pic>
        <p:pic>
          <p:nvPicPr>
            <p:cNvPr id="77" name="Graphic 76" descr="Tablet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7799272" y="2262231"/>
              <a:ext cx="396000" cy="396000"/>
            </a:xfrm>
            <a:prstGeom prst="rect">
              <a:avLst/>
            </a:prstGeom>
          </p:spPr>
        </p:pic>
        <p:pic>
          <p:nvPicPr>
            <p:cNvPr id="79" name="Graphic 78" descr="Computer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7261410" y="5334674"/>
              <a:ext cx="396000" cy="396000"/>
            </a:xfrm>
            <a:prstGeom prst="rect">
              <a:avLst/>
            </a:prstGeom>
          </p:spPr>
        </p:pic>
        <p:pic>
          <p:nvPicPr>
            <p:cNvPr id="81" name="Graphic 80" descr="Single gear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p:blipFill>
          <p:spPr>
            <a:xfrm>
              <a:off x="2565919" y="4359281"/>
              <a:ext cx="360000" cy="360000"/>
            </a:xfrm>
            <a:prstGeom prst="rect">
              <a:avLst/>
            </a:prstGeom>
          </p:spPr>
        </p:pic>
        <p:pic>
          <p:nvPicPr>
            <p:cNvPr id="83" name="Graphic 82" descr="Stopwatch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2207528" y="3954903"/>
              <a:ext cx="360000" cy="360000"/>
            </a:xfrm>
            <a:prstGeom prst="rect">
              <a:avLst/>
            </a:prstGeom>
          </p:spPr>
        </p:pic>
        <p:pic>
          <p:nvPicPr>
            <p:cNvPr id="85" name="Graphic 84" descr="Lightbulb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/>
            </a:stretch>
          </p:blipFill>
          <p:spPr>
            <a:xfrm>
              <a:off x="3520599" y="4701357"/>
              <a:ext cx="360000" cy="360000"/>
            </a:xfrm>
            <a:prstGeom prst="rect">
              <a:avLst/>
            </a:prstGeom>
          </p:spPr>
        </p:pic>
        <p:pic>
          <p:nvPicPr>
            <p:cNvPr id="87" name="Graphic 86" descr="Head with Gears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0"/>
                </a:ext>
              </a:extLst>
            </a:blip>
            <a:stretch>
              <a:fillRect/>
            </a:stretch>
          </p:blipFill>
          <p:spPr>
            <a:xfrm>
              <a:off x="3010956" y="4633974"/>
              <a:ext cx="360000" cy="360000"/>
            </a:xfrm>
            <a:prstGeom prst="rect">
              <a:avLst/>
            </a:prstGeom>
          </p:spPr>
        </p:pic>
        <p:sp>
          <p:nvSpPr>
            <p:cNvPr id="88" name="Oval 87"/>
            <p:cNvSpPr/>
            <p:nvPr/>
          </p:nvSpPr>
          <p:spPr>
            <a:xfrm>
              <a:off x="4041120" y="4826944"/>
              <a:ext cx="112102" cy="11210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9" name="Oval 88"/>
            <p:cNvSpPr/>
            <p:nvPr/>
          </p:nvSpPr>
          <p:spPr>
            <a:xfrm>
              <a:off x="4333200" y="4709737"/>
              <a:ext cx="112102" cy="11210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0" name="Oval 89"/>
            <p:cNvSpPr/>
            <p:nvPr/>
          </p:nvSpPr>
          <p:spPr>
            <a:xfrm>
              <a:off x="4591554" y="4545692"/>
              <a:ext cx="112102" cy="11210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92" name="Graphic 91" descr="Teacher"/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2"/>
                </a:ext>
              </a:extLst>
            </a:blip>
            <a:stretch>
              <a:fillRect/>
            </a:stretch>
          </p:blipFill>
          <p:spPr>
            <a:xfrm>
              <a:off x="3238822" y="1826809"/>
              <a:ext cx="914400" cy="914400"/>
            </a:xfrm>
            <a:prstGeom prst="rect">
              <a:avLst/>
            </a:prstGeom>
          </p:spPr>
        </p:pic>
        <p:sp>
          <p:nvSpPr>
            <p:cNvPr id="93" name="TextBox 92"/>
            <p:cNvSpPr txBox="1"/>
            <p:nvPr/>
          </p:nvSpPr>
          <p:spPr>
            <a:xfrm>
              <a:off x="2540581" y="2885587"/>
              <a:ext cx="23108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spc="300" dirty="0">
                  <a:solidFill>
                    <a:schemeClr val="bg1">
                      <a:lumMod val="65000"/>
                    </a:schemeClr>
                  </a:solidFill>
                  <a:latin typeface="Open Sans Condensed" panose="020B0806030504020204" pitchFamily="34" charset="0"/>
                  <a:ea typeface="Open Sans Condensed" panose="020B0806030504020204" pitchFamily="34" charset="0"/>
                  <a:cs typeface="Open Sans Condensed" panose="020B0806030504020204" pitchFamily="34" charset="0"/>
                </a:rPr>
                <a:t>CREATIVE VENUS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2399850" y="3322663"/>
              <a:ext cx="261031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solidFill>
                    <a:schemeClr val="bg1">
                      <a:lumMod val="65000"/>
                    </a:schemeClr>
                  </a:solidFill>
                  <a:latin typeface="Open Sans Condensed Light" panose="020B0306030504020204" pitchFamily="34" charset="0"/>
                  <a:ea typeface="Open Sans Condensed Light" panose="020B0306030504020204" pitchFamily="34" charset="0"/>
                  <a:cs typeface="Open Sans Condensed Light" panose="020B0306030504020204" pitchFamily="34" charset="0"/>
                </a:rPr>
                <a:t>Add your text here. </a:t>
              </a:r>
            </a:p>
            <a:p>
              <a:pPr algn="ctr"/>
              <a:r>
                <a:rPr lang="en-IN" sz="1400" dirty="0">
                  <a:solidFill>
                    <a:schemeClr val="bg1">
                      <a:lumMod val="65000"/>
                    </a:schemeClr>
                  </a:solidFill>
                  <a:latin typeface="Open Sans Condensed Light" panose="020B0306030504020204" pitchFamily="34" charset="0"/>
                  <a:ea typeface="Open Sans Condensed Light" panose="020B0306030504020204" pitchFamily="34" charset="0"/>
                  <a:cs typeface="Open Sans Condensed Light" panose="020B0306030504020204" pitchFamily="34" charset="0"/>
                </a:rPr>
                <a:t>Subscribe to our channel to watch more such videos and enjoy.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7799272" y="1152986"/>
              <a:ext cx="261031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>
                  <a:solidFill>
                    <a:schemeClr val="bg1"/>
                  </a:solidFill>
                  <a:latin typeface="Open Sans Condensed" panose="020B0806030504020204" pitchFamily="34" charset="0"/>
                  <a:ea typeface="Open Sans Condensed" panose="020B0806030504020204" pitchFamily="34" charset="0"/>
                  <a:cs typeface="Open Sans Condensed" panose="020B0806030504020204" pitchFamily="34" charset="0"/>
                </a:rPr>
                <a:t>30%</a:t>
              </a:r>
            </a:p>
            <a:p>
              <a:r>
                <a:rPr lang="en-IN" sz="1100" dirty="0">
                  <a:solidFill>
                    <a:schemeClr val="bg1"/>
                  </a:solidFill>
                  <a:latin typeface="Open Sans Condensed Light" panose="020B0306030504020204" pitchFamily="34" charset="0"/>
                  <a:ea typeface="Open Sans Condensed Light" panose="020B0306030504020204" pitchFamily="34" charset="0"/>
                  <a:cs typeface="Open Sans Condensed Light" panose="020B0306030504020204" pitchFamily="34" charset="0"/>
                </a:rPr>
                <a:t>SERVICE A. ADD YOUR TEXT HERE.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8412288" y="2167843"/>
              <a:ext cx="261031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>
                  <a:solidFill>
                    <a:schemeClr val="bg1"/>
                  </a:solidFill>
                  <a:latin typeface="Open Sans Condensed" panose="020B0806030504020204" pitchFamily="34" charset="0"/>
                  <a:ea typeface="Open Sans Condensed" panose="020B0806030504020204" pitchFamily="34" charset="0"/>
                  <a:cs typeface="Open Sans Condensed" panose="020B0806030504020204" pitchFamily="34" charset="0"/>
                </a:rPr>
                <a:t>40%</a:t>
              </a:r>
            </a:p>
            <a:p>
              <a:r>
                <a:rPr lang="en-IN" sz="1100" dirty="0">
                  <a:solidFill>
                    <a:schemeClr val="bg1"/>
                  </a:solidFill>
                  <a:latin typeface="Open Sans Condensed Light" panose="020B0306030504020204" pitchFamily="34" charset="0"/>
                  <a:ea typeface="Open Sans Condensed Light" panose="020B0306030504020204" pitchFamily="34" charset="0"/>
                  <a:cs typeface="Open Sans Condensed Light" panose="020B0306030504020204" pitchFamily="34" charset="0"/>
                </a:rPr>
                <a:t>SERVICE B. ADD YOUR TEXT HERE.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8818218" y="3185192"/>
              <a:ext cx="261031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>
                  <a:solidFill>
                    <a:schemeClr val="bg1"/>
                  </a:solidFill>
                  <a:latin typeface="Open Sans Condensed" panose="020B0806030504020204" pitchFamily="34" charset="0"/>
                  <a:ea typeface="Open Sans Condensed" panose="020B0806030504020204" pitchFamily="34" charset="0"/>
                  <a:cs typeface="Open Sans Condensed" panose="020B0806030504020204" pitchFamily="34" charset="0"/>
                </a:rPr>
                <a:t>50%</a:t>
              </a:r>
            </a:p>
            <a:p>
              <a:r>
                <a:rPr lang="en-IN" sz="1100" dirty="0">
                  <a:solidFill>
                    <a:schemeClr val="bg1"/>
                  </a:solidFill>
                  <a:latin typeface="Open Sans Condensed Light" panose="020B0306030504020204" pitchFamily="34" charset="0"/>
                  <a:ea typeface="Open Sans Condensed Light" panose="020B0306030504020204" pitchFamily="34" charset="0"/>
                  <a:cs typeface="Open Sans Condensed Light" panose="020B0306030504020204" pitchFamily="34" charset="0"/>
                </a:rPr>
                <a:t>SERVICE C. ADD YOUR TEXT HERE.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8395541" y="4207028"/>
              <a:ext cx="261031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>
                  <a:solidFill>
                    <a:schemeClr val="bg1"/>
                  </a:solidFill>
                  <a:latin typeface="Open Sans Condensed" panose="020B0806030504020204" pitchFamily="34" charset="0"/>
                  <a:ea typeface="Open Sans Condensed" panose="020B0806030504020204" pitchFamily="34" charset="0"/>
                  <a:cs typeface="Open Sans Condensed" panose="020B0806030504020204" pitchFamily="34" charset="0"/>
                </a:rPr>
                <a:t>60%</a:t>
              </a:r>
            </a:p>
            <a:p>
              <a:r>
                <a:rPr lang="en-IN" sz="1100" dirty="0">
                  <a:solidFill>
                    <a:schemeClr val="bg1"/>
                  </a:solidFill>
                  <a:latin typeface="Open Sans Condensed Light" panose="020B0306030504020204" pitchFamily="34" charset="0"/>
                  <a:ea typeface="Open Sans Condensed Light" panose="020B0306030504020204" pitchFamily="34" charset="0"/>
                  <a:cs typeface="Open Sans Condensed Light" panose="020B0306030504020204" pitchFamily="34" charset="0"/>
                </a:rPr>
                <a:t>SERVICE D. ADD YOUR TEXT HERE.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7890319" y="5230921"/>
              <a:ext cx="261031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>
                  <a:solidFill>
                    <a:schemeClr val="bg1"/>
                  </a:solidFill>
                  <a:latin typeface="Open Sans Condensed" panose="020B0806030504020204" pitchFamily="34" charset="0"/>
                  <a:ea typeface="Open Sans Condensed" panose="020B0806030504020204" pitchFamily="34" charset="0"/>
                  <a:cs typeface="Open Sans Condensed" panose="020B0806030504020204" pitchFamily="34" charset="0"/>
                </a:rPr>
                <a:t>70%</a:t>
              </a:r>
            </a:p>
            <a:p>
              <a:r>
                <a:rPr lang="en-IN" sz="1100" dirty="0">
                  <a:solidFill>
                    <a:schemeClr val="bg1"/>
                  </a:solidFill>
                  <a:latin typeface="Open Sans Condensed Light" panose="020B0306030504020204" pitchFamily="34" charset="0"/>
                  <a:ea typeface="Open Sans Condensed Light" panose="020B0306030504020204" pitchFamily="34" charset="0"/>
                  <a:cs typeface="Open Sans Condensed Light" panose="020B0306030504020204" pitchFamily="34" charset="0"/>
                </a:rPr>
                <a:t>SERVICE E. ADD YOUR TEXT HERE.</a:t>
              </a:r>
            </a:p>
          </p:txBody>
        </p:sp>
        <p:pic>
          <p:nvPicPr>
            <p:cNvPr id="101" name="Graphic 100" descr="Optical disc"/>
            <p:cNvPicPr>
              <a:picLocks noChangeAspect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4"/>
                </a:ext>
              </a:extLst>
            </a:blip>
            <a:stretch>
              <a:fillRect/>
            </a:stretch>
          </p:blipFill>
          <p:spPr>
            <a:xfrm>
              <a:off x="10673954" y="4321451"/>
              <a:ext cx="432000" cy="432000"/>
            </a:xfrm>
            <a:prstGeom prst="rect">
              <a:avLst/>
            </a:prstGeom>
          </p:spPr>
        </p:pic>
        <p:pic>
          <p:nvPicPr>
            <p:cNvPr id="103" name="Graphic 102" descr="Projector"/>
            <p:cNvPicPr>
              <a:picLocks noChangeAspect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6"/>
                </a:ext>
              </a:extLst>
            </a:blip>
            <a:stretch>
              <a:fillRect/>
            </a:stretch>
          </p:blipFill>
          <p:spPr>
            <a:xfrm>
              <a:off x="10115438" y="1229373"/>
              <a:ext cx="432000" cy="432000"/>
            </a:xfrm>
            <a:prstGeom prst="rect">
              <a:avLst/>
            </a:prstGeom>
          </p:spPr>
        </p:pic>
        <p:pic>
          <p:nvPicPr>
            <p:cNvPr id="105" name="Graphic 104" descr="Camera"/>
            <p:cNvPicPr>
              <a:picLocks noChangeAspect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8"/>
                </a:ext>
              </a:extLst>
            </a:blip>
            <a:stretch>
              <a:fillRect/>
            </a:stretch>
          </p:blipFill>
          <p:spPr>
            <a:xfrm>
              <a:off x="10673954" y="2244230"/>
              <a:ext cx="432000" cy="432000"/>
            </a:xfrm>
            <a:prstGeom prst="rect">
              <a:avLst/>
            </a:prstGeom>
          </p:spPr>
        </p:pic>
        <p:pic>
          <p:nvPicPr>
            <p:cNvPr id="107" name="Graphic 106" descr="Web cam"/>
            <p:cNvPicPr>
              <a:picLocks noChangeAspect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0"/>
                </a:ext>
              </a:extLst>
            </a:blip>
            <a:stretch>
              <a:fillRect/>
            </a:stretch>
          </p:blipFill>
          <p:spPr>
            <a:xfrm>
              <a:off x="10160962" y="5316674"/>
              <a:ext cx="432000" cy="432000"/>
            </a:xfrm>
            <a:prstGeom prst="rect">
              <a:avLst/>
            </a:prstGeom>
          </p:spPr>
        </p:pic>
        <p:pic>
          <p:nvPicPr>
            <p:cNvPr id="109" name="Graphic 108" descr="Game controller"/>
            <p:cNvPicPr>
              <a:picLocks noChangeAspect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2"/>
                </a:ext>
              </a:extLst>
            </a:blip>
            <a:stretch>
              <a:fillRect/>
            </a:stretch>
          </p:blipFill>
          <p:spPr>
            <a:xfrm>
              <a:off x="11033660" y="3268841"/>
              <a:ext cx="432000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434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70</Words>
  <Application>Microsoft Office PowerPoint</Application>
  <PresentationFormat>Custom</PresentationFormat>
  <Paragraphs>14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Pankaj Sharma</dc:creator>
  <cp:lastModifiedBy>DL_user</cp:lastModifiedBy>
  <cp:revision>12</cp:revision>
  <dcterms:created xsi:type="dcterms:W3CDTF">2017-06-17T09:18:45Z</dcterms:created>
  <dcterms:modified xsi:type="dcterms:W3CDTF">2023-01-03T09:21:23Z</dcterms:modified>
</cp:coreProperties>
</file>