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6" r:id="rId3"/>
    <p:sldId id="278" r:id="rId4"/>
    <p:sldId id="281" r:id="rId5"/>
    <p:sldId id="256" r:id="rId6"/>
    <p:sldId id="262" r:id="rId7"/>
    <p:sldId id="261" r:id="rId8"/>
    <p:sldId id="260" r:id="rId9"/>
    <p:sldId id="259" r:id="rId10"/>
    <p:sldId id="258" r:id="rId11"/>
    <p:sldId id="25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BEBF"/>
    <a:srgbClr val="669394"/>
    <a:srgbClr val="7A155B"/>
    <a:srgbClr val="F05251"/>
    <a:srgbClr val="F7B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35673D-73F3-46FE-8095-C718EBA6E5DF}" v="629" dt="2022-12-24T10:49:32.694"/>
    <p1510:client id="{F04839E6-DE2F-405B-B46C-C31970081250}" v="11" dt="2022-12-11T14:49:53.6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ooj gul" userId="oRApwNoCH6q2ak5GHfe6C8mSI1vu/SX/nB4wj/epX9k=" providerId="None" clId="Web-{6535673D-73F3-46FE-8095-C718EBA6E5DF}"/>
    <pc:docChg chg="modSld">
      <pc:chgData name="arooj gul" userId="oRApwNoCH6q2ak5GHfe6C8mSI1vu/SX/nB4wj/epX9k=" providerId="None" clId="Web-{6535673D-73F3-46FE-8095-C718EBA6E5DF}" dt="2022-12-24T10:49:32.694" v="373" actId="20577"/>
      <pc:docMkLst>
        <pc:docMk/>
      </pc:docMkLst>
      <pc:sldChg chg="addSp delSp modSp addAnim delAnim">
        <pc:chgData name="arooj gul" userId="oRApwNoCH6q2ak5GHfe6C8mSI1vu/SX/nB4wj/epX9k=" providerId="None" clId="Web-{6535673D-73F3-46FE-8095-C718EBA6E5DF}" dt="2022-12-24T10:49:32.694" v="373" actId="20577"/>
        <pc:sldMkLst>
          <pc:docMk/>
          <pc:sldMk cId="2781524858" sldId="263"/>
        </pc:sldMkLst>
        <pc:spChg chg="add del mod">
          <ac:chgData name="arooj gul" userId="oRApwNoCH6q2ak5GHfe6C8mSI1vu/SX/nB4wj/epX9k=" providerId="None" clId="Web-{6535673D-73F3-46FE-8095-C718EBA6E5DF}" dt="2022-12-24T10:23:09.399" v="65"/>
          <ac:spMkLst>
            <pc:docMk/>
            <pc:sldMk cId="2781524858" sldId="263"/>
            <ac:spMk id="27" creationId="{F4BCAEC0-FB90-4B1A-9BCD-42E786C3793E}"/>
          </ac:spMkLst>
        </pc:spChg>
        <pc:spChg chg="del mod">
          <ac:chgData name="arooj gul" userId="oRApwNoCH6q2ak5GHfe6C8mSI1vu/SX/nB4wj/epX9k=" providerId="None" clId="Web-{6535673D-73F3-46FE-8095-C718EBA6E5DF}" dt="2022-12-24T10:23:16.852" v="67"/>
          <ac:spMkLst>
            <pc:docMk/>
            <pc:sldMk cId="2781524858" sldId="263"/>
            <ac:spMk id="35" creationId="{24392CF7-3FEC-49F5-8180-16AFA0E6346E}"/>
          </ac:spMkLst>
        </pc:spChg>
        <pc:spChg chg="del mod">
          <ac:chgData name="arooj gul" userId="oRApwNoCH6q2ak5GHfe6C8mSI1vu/SX/nB4wj/epX9k=" providerId="None" clId="Web-{6535673D-73F3-46FE-8095-C718EBA6E5DF}" dt="2022-12-24T10:17:27.356" v="16"/>
          <ac:spMkLst>
            <pc:docMk/>
            <pc:sldMk cId="2781524858" sldId="263"/>
            <ac:spMk id="36" creationId="{830FF458-0890-4FFE-8C6D-71C50BE7F57C}"/>
          </ac:spMkLst>
        </pc:spChg>
        <pc:spChg chg="del mod">
          <ac:chgData name="arooj gul" userId="oRApwNoCH6q2ak5GHfe6C8mSI1vu/SX/nB4wj/epX9k=" providerId="None" clId="Web-{6535673D-73F3-46FE-8095-C718EBA6E5DF}" dt="2022-12-24T10:33:32.281" v="204"/>
          <ac:spMkLst>
            <pc:docMk/>
            <pc:sldMk cId="2781524858" sldId="263"/>
            <ac:spMk id="37" creationId="{0F214EDE-C16B-4D83-BAE8-EE8287CC3A53}"/>
          </ac:spMkLst>
        </pc:spChg>
        <pc:spChg chg="del mod">
          <ac:chgData name="arooj gul" userId="oRApwNoCH6q2ak5GHfe6C8mSI1vu/SX/nB4wj/epX9k=" providerId="None" clId="Web-{6535673D-73F3-46FE-8095-C718EBA6E5DF}" dt="2022-12-24T10:15:36.868" v="1"/>
          <ac:spMkLst>
            <pc:docMk/>
            <pc:sldMk cId="2781524858" sldId="263"/>
            <ac:spMk id="61" creationId="{D2653234-AEB2-47FE-82EB-B9FB59414F27}"/>
          </ac:spMkLst>
        </pc:spChg>
        <pc:spChg chg="mod">
          <ac:chgData name="arooj gul" userId="oRApwNoCH6q2ak5GHfe6C8mSI1vu/SX/nB4wj/epX9k=" providerId="None" clId="Web-{6535673D-73F3-46FE-8095-C718EBA6E5DF}" dt="2022-12-24T10:33:14.171" v="199" actId="20577"/>
          <ac:spMkLst>
            <pc:docMk/>
            <pc:sldMk cId="2781524858" sldId="263"/>
            <ac:spMk id="70" creationId="{5C3DC576-61E7-42AD-B9C8-1F914379D825}"/>
          </ac:spMkLst>
        </pc:spChg>
        <pc:spChg chg="mod">
          <ac:chgData name="arooj gul" userId="oRApwNoCH6q2ak5GHfe6C8mSI1vu/SX/nB4wj/epX9k=" providerId="None" clId="Web-{6535673D-73F3-46FE-8095-C718EBA6E5DF}" dt="2022-12-24T10:34:04.469" v="233" actId="20577"/>
          <ac:spMkLst>
            <pc:docMk/>
            <pc:sldMk cId="2781524858" sldId="263"/>
            <ac:spMk id="71" creationId="{A0C35A2C-0F63-4E88-920A-68D5C5F1FCA3}"/>
          </ac:spMkLst>
        </pc:spChg>
        <pc:spChg chg="mod">
          <ac:chgData name="arooj gul" userId="oRApwNoCH6q2ak5GHfe6C8mSI1vu/SX/nB4wj/epX9k=" providerId="None" clId="Web-{6535673D-73F3-46FE-8095-C718EBA6E5DF}" dt="2022-12-24T10:35:12.347" v="249" actId="14100"/>
          <ac:spMkLst>
            <pc:docMk/>
            <pc:sldMk cId="2781524858" sldId="263"/>
            <ac:spMk id="72" creationId="{040AB337-A3A2-4FC6-A293-91204A1EEA29}"/>
          </ac:spMkLst>
        </pc:spChg>
        <pc:spChg chg="mod">
          <ac:chgData name="arooj gul" userId="oRApwNoCH6q2ak5GHfe6C8mSI1vu/SX/nB4wj/epX9k=" providerId="None" clId="Web-{6535673D-73F3-46FE-8095-C718EBA6E5DF}" dt="2022-12-24T10:49:32.694" v="373" actId="20577"/>
          <ac:spMkLst>
            <pc:docMk/>
            <pc:sldMk cId="2781524858" sldId="263"/>
            <ac:spMk id="73" creationId="{A894CC00-9C5C-4504-8901-3C375A0337CB}"/>
          </ac:spMkLst>
        </pc:spChg>
        <pc:spChg chg="mod">
          <ac:chgData name="arooj gul" userId="oRApwNoCH6q2ak5GHfe6C8mSI1vu/SX/nB4wj/epX9k=" providerId="None" clId="Web-{6535673D-73F3-46FE-8095-C718EBA6E5DF}" dt="2022-12-24T10:23:28.025" v="68" actId="20577"/>
          <ac:spMkLst>
            <pc:docMk/>
            <pc:sldMk cId="2781524858" sldId="263"/>
            <ac:spMk id="74" creationId="{48A47AFC-A972-4737-A578-8EDD555157D1}"/>
          </ac:spMkLst>
        </pc:spChg>
        <pc:spChg chg="mod">
          <ac:chgData name="arooj gul" userId="oRApwNoCH6q2ak5GHfe6C8mSI1vu/SX/nB4wj/epX9k=" providerId="None" clId="Web-{6535673D-73F3-46FE-8095-C718EBA6E5DF}" dt="2022-12-24T10:25:22.265" v="157" actId="1076"/>
          <ac:spMkLst>
            <pc:docMk/>
            <pc:sldMk cId="2781524858" sldId="263"/>
            <ac:spMk id="75" creationId="{25EB8332-0AC9-4C01-9F98-1118DC63A06E}"/>
          </ac:spMkLst>
        </pc:spChg>
        <pc:spChg chg="mod">
          <ac:chgData name="arooj gul" userId="oRApwNoCH6q2ak5GHfe6C8mSI1vu/SX/nB4wj/epX9k=" providerId="None" clId="Web-{6535673D-73F3-46FE-8095-C718EBA6E5DF}" dt="2022-12-24T10:22:46.429" v="61" actId="20577"/>
          <ac:spMkLst>
            <pc:docMk/>
            <pc:sldMk cId="2781524858" sldId="263"/>
            <ac:spMk id="76" creationId="{2077F4F2-978F-4918-B619-B3B8140D95EE}"/>
          </ac:spMkLst>
        </pc:spChg>
        <pc:spChg chg="mod">
          <ac:chgData name="arooj gul" userId="oRApwNoCH6q2ak5GHfe6C8mSI1vu/SX/nB4wj/epX9k=" providerId="None" clId="Web-{6535673D-73F3-46FE-8095-C718EBA6E5DF}" dt="2022-12-24T10:32:10.778" v="167" actId="20577"/>
          <ac:spMkLst>
            <pc:docMk/>
            <pc:sldMk cId="2781524858" sldId="263"/>
            <ac:spMk id="77" creationId="{19AF266D-6E03-47A1-8D73-069FC80C2107}"/>
          </ac:spMkLst>
        </pc:spChg>
        <pc:picChg chg="add mod modCrop">
          <ac:chgData name="arooj gul" userId="oRApwNoCH6q2ak5GHfe6C8mSI1vu/SX/nB4wj/epX9k=" providerId="None" clId="Web-{6535673D-73F3-46FE-8095-C718EBA6E5DF}" dt="2022-12-24T10:16:47.011" v="10"/>
          <ac:picMkLst>
            <pc:docMk/>
            <pc:sldMk cId="2781524858" sldId="263"/>
            <ac:picMk id="7" creationId="{71C3BF8C-FEB4-D814-2B8C-BE6B668132DA}"/>
          </ac:picMkLst>
        </pc:picChg>
      </pc:sldChg>
    </pc:docChg>
  </pc:docChgLst>
  <pc:docChgLst>
    <pc:chgData name="Francisco Montt" userId="yEyI3sXO0ZK+67hASSBgiifDRLPWC30t2Jv+ivPg/hY=" providerId="None" clId="Web-{F04839E6-DE2F-405B-B46C-C31970081250}"/>
    <pc:docChg chg="modSld">
      <pc:chgData name="Francisco Montt" userId="yEyI3sXO0ZK+67hASSBgiifDRLPWC30t2Jv+ivPg/hY=" providerId="None" clId="Web-{F04839E6-DE2F-405B-B46C-C31970081250}" dt="2022-12-11T14:49:53.652" v="10"/>
      <pc:docMkLst>
        <pc:docMk/>
      </pc:docMkLst>
      <pc:sldChg chg="modSp">
        <pc:chgData name="Francisco Montt" userId="yEyI3sXO0ZK+67hASSBgiifDRLPWC30t2Jv+ivPg/hY=" providerId="None" clId="Web-{F04839E6-DE2F-405B-B46C-C31970081250}" dt="2022-12-11T14:49:53.652" v="10"/>
        <pc:sldMkLst>
          <pc:docMk/>
          <pc:sldMk cId="2781524858" sldId="263"/>
        </pc:sldMkLst>
        <pc:spChg chg="mod">
          <ac:chgData name="Francisco Montt" userId="yEyI3sXO0ZK+67hASSBgiifDRLPWC30t2Jv+ivPg/hY=" providerId="None" clId="Web-{F04839E6-DE2F-405B-B46C-C31970081250}" dt="2022-12-11T14:49:53.402" v="8"/>
          <ac:spMkLst>
            <pc:docMk/>
            <pc:sldMk cId="2781524858" sldId="263"/>
            <ac:spMk id="10" creationId="{2DDA6A96-F6C0-42A8-ADB5-5496F7E9049D}"/>
          </ac:spMkLst>
        </pc:spChg>
        <pc:spChg chg="mod">
          <ac:chgData name="Francisco Montt" userId="yEyI3sXO0ZK+67hASSBgiifDRLPWC30t2Jv+ivPg/hY=" providerId="None" clId="Web-{F04839E6-DE2F-405B-B46C-C31970081250}" dt="2022-12-11T14:49:53.277" v="7"/>
          <ac:spMkLst>
            <pc:docMk/>
            <pc:sldMk cId="2781524858" sldId="263"/>
            <ac:spMk id="11" creationId="{2A0F0CF8-A44B-4C7D-8D18-AEAD56F093B4}"/>
          </ac:spMkLst>
        </pc:spChg>
        <pc:spChg chg="mod">
          <ac:chgData name="Francisco Montt" userId="yEyI3sXO0ZK+67hASSBgiifDRLPWC30t2Jv+ivPg/hY=" providerId="None" clId="Web-{F04839E6-DE2F-405B-B46C-C31970081250}" dt="2022-12-11T14:49:53.152" v="6"/>
          <ac:spMkLst>
            <pc:docMk/>
            <pc:sldMk cId="2781524858" sldId="263"/>
            <ac:spMk id="12" creationId="{AE0A6A27-939B-4684-8205-A702D9A2EBCD}"/>
          </ac:spMkLst>
        </pc:spChg>
        <pc:spChg chg="mod">
          <ac:chgData name="Francisco Montt" userId="yEyI3sXO0ZK+67hASSBgiifDRLPWC30t2Jv+ivPg/hY=" providerId="None" clId="Web-{F04839E6-DE2F-405B-B46C-C31970081250}" dt="2022-12-11T14:49:53.027" v="5"/>
          <ac:spMkLst>
            <pc:docMk/>
            <pc:sldMk cId="2781524858" sldId="263"/>
            <ac:spMk id="13" creationId="{4D9703CB-B1FD-4720-A39E-5FFECA047590}"/>
          </ac:spMkLst>
        </pc:spChg>
        <pc:spChg chg="mod">
          <ac:chgData name="Francisco Montt" userId="yEyI3sXO0ZK+67hASSBgiifDRLPWC30t2Jv+ivPg/hY=" providerId="None" clId="Web-{F04839E6-DE2F-405B-B46C-C31970081250}" dt="2022-12-11T14:49:52.902" v="4"/>
          <ac:spMkLst>
            <pc:docMk/>
            <pc:sldMk cId="2781524858" sldId="263"/>
            <ac:spMk id="16" creationId="{88651BE1-0FFC-405B-9E1D-802701D9B336}"/>
          </ac:spMkLst>
        </pc:spChg>
        <pc:spChg chg="mod">
          <ac:chgData name="Francisco Montt" userId="yEyI3sXO0ZK+67hASSBgiifDRLPWC30t2Jv+ivPg/hY=" providerId="None" clId="Web-{F04839E6-DE2F-405B-B46C-C31970081250}" dt="2022-12-11T14:49:52.777" v="3"/>
          <ac:spMkLst>
            <pc:docMk/>
            <pc:sldMk cId="2781524858" sldId="263"/>
            <ac:spMk id="17" creationId="{907DDD46-3F49-436C-9CEA-5A942FB41628}"/>
          </ac:spMkLst>
        </pc:spChg>
        <pc:spChg chg="mod">
          <ac:chgData name="Francisco Montt" userId="yEyI3sXO0ZK+67hASSBgiifDRLPWC30t2Jv+ivPg/hY=" providerId="None" clId="Web-{F04839E6-DE2F-405B-B46C-C31970081250}" dt="2022-12-11T14:49:52.652" v="2"/>
          <ac:spMkLst>
            <pc:docMk/>
            <pc:sldMk cId="2781524858" sldId="263"/>
            <ac:spMk id="18" creationId="{6FCF7566-DEFC-4D57-949C-D8165AC04C7F}"/>
          </ac:spMkLst>
        </pc:spChg>
        <pc:spChg chg="mod">
          <ac:chgData name="Francisco Montt" userId="yEyI3sXO0ZK+67hASSBgiifDRLPWC30t2Jv+ivPg/hY=" providerId="None" clId="Web-{F04839E6-DE2F-405B-B46C-C31970081250}" dt="2022-12-11T14:49:52.542" v="1"/>
          <ac:spMkLst>
            <pc:docMk/>
            <pc:sldMk cId="2781524858" sldId="263"/>
            <ac:spMk id="19" creationId="{13733287-008B-4212-B9AD-0D1C9A21AC69}"/>
          </ac:spMkLst>
        </pc:spChg>
        <pc:spChg chg="mod">
          <ac:chgData name="Francisco Montt" userId="yEyI3sXO0ZK+67hASSBgiifDRLPWC30t2Jv+ivPg/hY=" providerId="None" clId="Web-{F04839E6-DE2F-405B-B46C-C31970081250}" dt="2022-12-11T14:49:52.417" v="0"/>
          <ac:spMkLst>
            <pc:docMk/>
            <pc:sldMk cId="2781524858" sldId="263"/>
            <ac:spMk id="20" creationId="{424BE359-3B6F-4FBC-AE94-211365FA8610}"/>
          </ac:spMkLst>
        </pc:spChg>
        <pc:spChg chg="mod">
          <ac:chgData name="Francisco Montt" userId="yEyI3sXO0ZK+67hASSBgiifDRLPWC30t2Jv+ivPg/hY=" providerId="None" clId="Web-{F04839E6-DE2F-405B-B46C-C31970081250}" dt="2022-12-11T14:49:53.527" v="9"/>
          <ac:spMkLst>
            <pc:docMk/>
            <pc:sldMk cId="2781524858" sldId="263"/>
            <ac:spMk id="59" creationId="{EF89A5B6-2155-4644-BFDE-E4E3F4F02C80}"/>
          </ac:spMkLst>
        </pc:spChg>
        <pc:spChg chg="mod">
          <ac:chgData name="Francisco Montt" userId="yEyI3sXO0ZK+67hASSBgiifDRLPWC30t2Jv+ivPg/hY=" providerId="None" clId="Web-{F04839E6-DE2F-405B-B46C-C31970081250}" dt="2022-12-11T14:49:53.652" v="10"/>
          <ac:spMkLst>
            <pc:docMk/>
            <pc:sldMk cId="2781524858" sldId="263"/>
            <ac:spMk id="61" creationId="{D2653234-AEB2-47FE-82EB-B9FB59414F2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44E6-AA1E-4CD9-9303-91E7CB4EA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B8CBFF-0F6C-4256-86B3-DA42757C0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B9077-BF45-428D-9A6B-70D621EB4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D79E-E0C0-4284-B7F6-CB5DADEB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5DA46-55E2-49BB-B795-ED3F620E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2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986E8-08A9-473E-ADBE-44A7D2251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40D7-4743-449A-89FF-E657EBD9C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BF6FC-D06E-494F-B26E-4B9E20171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6BF05-031E-4881-B121-9EBA96E1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6A3A4-C9D7-40C4-8895-DD5333A7F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58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F7457-3526-4EAC-943E-46A539B0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04EB7-8F72-41C7-9568-CF1219FB2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7EBE3-D00E-4FF1-9336-8611B8BA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61C7-DC48-4D7F-BA76-E6EB2DB36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724CA-057F-4C17-89F5-5F411C5D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9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C93C-0D2B-4397-9B45-5960761DF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CBC37-890D-45FC-ADB9-25C704D48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7C9A73-B90E-4401-9E7F-094F6E277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44BEC-26EA-4531-A6B7-84F20E08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31781-DAB3-4533-BA6E-4226FB0D6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526C23-02CD-4302-AACA-5FBAF9426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0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410E-FCC1-4ECA-9D18-CBFC821B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A68FB-7F1D-40A2-AD33-3D8F97EFC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6D0DD3-626F-4F0B-8578-33A610E16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888F5-63FD-40F3-9CB4-D50EC1198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54D0DB-336D-4D09-9798-B6825EE81F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F3DF42-7093-4BDF-AFAD-A5574D27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546B2D-9724-4E3C-A3B8-7E79292A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3B15A-64FF-4AB4-9471-C6DC55E0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5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0947-2D44-4AE8-AA1C-B820F380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E80017-69BA-4039-BB5E-48CBD226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BF06E-AB5A-4DD5-9E02-872A802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BEB86-06A5-44C8-9E92-0B28E2BC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019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3C547-D0C4-436D-83B7-6F20E854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4FAC2-C912-485D-BBBE-E4AFC2246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A0AA3-8B3E-4075-8F5F-31902E38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67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CD87-970F-4AB7-AA28-A4FFE1D80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B4C07-64DC-4DFE-A6E5-6991097F0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C9076-AC35-4DDF-A862-9F2331DA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191B74-AB5D-4695-908D-D5E59BE9A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684A7-9E0D-443B-873A-87A83A52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056A3-B4B9-42F4-A1F6-AD71B2C3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13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7B83A-F052-4093-915D-7AADE1527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52FAA-82D5-49D5-AD1A-079911F08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92D3E-2502-43C5-AC5C-3FD28B995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18964-624E-4E14-94CF-05D4B2A9D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5BC3F-F1CD-468E-B38B-0D30CC39D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80E0D-C694-4949-A8D1-5D8A58F8D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27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C0E79-DCEE-4A09-9D70-0175A4B5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E2E5D4-FD1C-45DC-884F-69DE33364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DC582-DA5D-4C40-AA40-BAE86F557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E3427-D1D4-4FC2-AEC0-B875E2E7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60DFB-F38D-46D1-BD89-A1D298447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0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519CE9-CB5A-4B8A-B7D4-637ED1EA4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C4B1D-3751-459C-BADB-9C14517B6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18C0A-C906-455E-93F5-E4145178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AF607-D97C-41B6-BF52-4169D2434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E1A7-875C-427D-8F87-0DD8663F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80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0A795-33E5-4065-87D6-08755E4B1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B7837-DD9E-4C08-80C1-4E8AEF8AA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E2150-7570-4949-9C6B-03CA3DFFE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26204-A1C6-43AD-9EB8-B44048E4EF65}" type="datetimeFigureOut">
              <a:rPr lang="en-US" smtClean="0"/>
              <a:t>12/24/2022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02934-E320-400E-9441-4635E494F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A012-647D-40FF-BD7E-11F71F6D1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33D77-0E9A-4B7F-9992-54F8B8B39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7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microsoft.com/office/2007/relationships/hdphoto" Target="../media/hdphoto1.wdp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595F05-3A14-4045-AFA1-60972A1BEC79}"/>
              </a:ext>
            </a:extLst>
          </p:cNvPr>
          <p:cNvGrpSpPr/>
          <p:nvPr/>
        </p:nvGrpSpPr>
        <p:grpSpPr>
          <a:xfrm>
            <a:off x="901131" y="1506433"/>
            <a:ext cx="5420772" cy="1983216"/>
            <a:chOff x="901131" y="1506433"/>
            <a:chExt cx="5420772" cy="1983216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6ACFA49-44ED-4F53-9361-60CA057390EA}"/>
                </a:ext>
              </a:extLst>
            </p:cNvPr>
            <p:cNvSpPr/>
            <p:nvPr/>
          </p:nvSpPr>
          <p:spPr>
            <a:xfrm>
              <a:off x="901131" y="1506433"/>
              <a:ext cx="5420772" cy="1983216"/>
            </a:xfrm>
            <a:custGeom>
              <a:avLst/>
              <a:gdLst>
                <a:gd name="connsiteX0" fmla="*/ 335162 w 5420772"/>
                <a:gd name="connsiteY0" fmla="*/ 0 h 1983216"/>
                <a:gd name="connsiteX1" fmla="*/ 2005950 w 5420772"/>
                <a:gd name="connsiteY1" fmla="*/ 0 h 1983216"/>
                <a:gd name="connsiteX2" fmla="*/ 5420772 w 5420772"/>
                <a:gd name="connsiteY2" fmla="*/ 1913052 h 1983216"/>
                <a:gd name="connsiteX3" fmla="*/ 0 w 5420772"/>
                <a:gd name="connsiteY3" fmla="*/ 1983216 h 1983216"/>
                <a:gd name="connsiteX4" fmla="*/ 0 w 5420772"/>
                <a:gd name="connsiteY4" fmla="*/ 335162 h 1983216"/>
                <a:gd name="connsiteX5" fmla="*/ 335162 w 5420772"/>
                <a:gd name="connsiteY5" fmla="*/ 0 h 1983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20772" h="1983216">
                  <a:moveTo>
                    <a:pt x="335162" y="0"/>
                  </a:moveTo>
                  <a:lnTo>
                    <a:pt x="2005950" y="0"/>
                  </a:lnTo>
                  <a:lnTo>
                    <a:pt x="5420772" y="1913052"/>
                  </a:lnTo>
                  <a:lnTo>
                    <a:pt x="0" y="1983216"/>
                  </a:lnTo>
                  <a:lnTo>
                    <a:pt x="0" y="335162"/>
                  </a:lnTo>
                  <a:cubicBezTo>
                    <a:pt x="0" y="150057"/>
                    <a:pt x="150057" y="0"/>
                    <a:pt x="335162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C3DC576-61E7-42AD-B9C8-1F914379D825}"/>
                </a:ext>
              </a:extLst>
            </p:cNvPr>
            <p:cNvSpPr txBox="1"/>
            <p:nvPr/>
          </p:nvSpPr>
          <p:spPr>
            <a:xfrm>
              <a:off x="959176" y="1724854"/>
              <a:ext cx="2600148" cy="46166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 dirty="0">
                  <a:latin typeface="Futura Hv BT"/>
                </a:rPr>
                <a:t>Combination of</a:t>
              </a:r>
              <a:endParaRPr lang="en-US" sz="2400" b="1" dirty="0">
                <a:latin typeface="Futura Hv BT" panose="020B0702020204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0C35A2C-0F63-4E88-920A-68D5C5F1FCA3}"/>
                </a:ext>
              </a:extLst>
            </p:cNvPr>
            <p:cNvSpPr txBox="1"/>
            <p:nvPr/>
          </p:nvSpPr>
          <p:spPr>
            <a:xfrm>
              <a:off x="1094158" y="2222271"/>
              <a:ext cx="2011750" cy="6463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dirty="0">
                  <a:latin typeface="Futura Lt BT"/>
                </a:rPr>
                <a:t>Adsorption and sieving </a:t>
              </a:r>
              <a:endParaRPr lang="en-US" sz="1200" dirty="0">
                <a:latin typeface="Futura Lt BT" panose="020B0402020204020303" pitchFamily="34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864A4DE-2095-499B-9A6C-40E59A81CBBE}"/>
              </a:ext>
            </a:extLst>
          </p:cNvPr>
          <p:cNvGrpSpPr/>
          <p:nvPr/>
        </p:nvGrpSpPr>
        <p:grpSpPr>
          <a:xfrm>
            <a:off x="901131" y="3632077"/>
            <a:ext cx="5176232" cy="2062307"/>
            <a:chOff x="901131" y="3632077"/>
            <a:chExt cx="5176232" cy="2062307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E9D1B0B-C155-4FC6-84C8-6C0880ED34F9}"/>
                </a:ext>
              </a:extLst>
            </p:cNvPr>
            <p:cNvSpPr/>
            <p:nvPr/>
          </p:nvSpPr>
          <p:spPr>
            <a:xfrm>
              <a:off x="901131" y="3632077"/>
              <a:ext cx="5176232" cy="2062307"/>
            </a:xfrm>
            <a:custGeom>
              <a:avLst/>
              <a:gdLst>
                <a:gd name="connsiteX0" fmla="*/ 5176232 w 5176232"/>
                <a:gd name="connsiteY0" fmla="*/ 0 h 2062307"/>
                <a:gd name="connsiteX1" fmla="*/ 1810134 w 5176232"/>
                <a:gd name="connsiteY1" fmla="*/ 2062307 h 2062307"/>
                <a:gd name="connsiteX2" fmla="*/ 335162 w 5176232"/>
                <a:gd name="connsiteY2" fmla="*/ 2062307 h 2062307"/>
                <a:gd name="connsiteX3" fmla="*/ 0 w 5176232"/>
                <a:gd name="connsiteY3" fmla="*/ 1727145 h 2062307"/>
                <a:gd name="connsiteX4" fmla="*/ 0 w 5176232"/>
                <a:gd name="connsiteY4" fmla="*/ 66999 h 2062307"/>
                <a:gd name="connsiteX5" fmla="*/ 5176232 w 5176232"/>
                <a:gd name="connsiteY5" fmla="*/ 0 h 2062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76232" h="2062307">
                  <a:moveTo>
                    <a:pt x="5176232" y="0"/>
                  </a:moveTo>
                  <a:lnTo>
                    <a:pt x="1810134" y="2062307"/>
                  </a:lnTo>
                  <a:lnTo>
                    <a:pt x="335162" y="2062307"/>
                  </a:lnTo>
                  <a:cubicBezTo>
                    <a:pt x="150057" y="2062307"/>
                    <a:pt x="0" y="1912250"/>
                    <a:pt x="0" y="1727145"/>
                  </a:cubicBezTo>
                  <a:lnTo>
                    <a:pt x="0" y="66999"/>
                  </a:lnTo>
                  <a:lnTo>
                    <a:pt x="5176232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40AB337-A3A2-4FC6-A293-91204A1EEA29}"/>
                </a:ext>
              </a:extLst>
            </p:cNvPr>
            <p:cNvSpPr txBox="1"/>
            <p:nvPr/>
          </p:nvSpPr>
          <p:spPr>
            <a:xfrm>
              <a:off x="1167608" y="4006371"/>
              <a:ext cx="2542639" cy="400110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b="1" dirty="0">
                  <a:latin typeface="Futura Hv BT"/>
                </a:rPr>
                <a:t>Process driven by</a:t>
              </a:r>
              <a:endParaRPr lang="en-US" dirty="0">
                <a:latin typeface="Futura Hv BT" panose="020B070202020402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894CC00-9C5C-4504-8901-3C375A0337CB}"/>
                </a:ext>
              </a:extLst>
            </p:cNvPr>
            <p:cNvSpPr txBox="1"/>
            <p:nvPr/>
          </p:nvSpPr>
          <p:spPr>
            <a:xfrm>
              <a:off x="1201948" y="4302505"/>
              <a:ext cx="22849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Futura Lt BT" panose="020B0402020204020303" pitchFamily="34" charset="0"/>
                </a:rPr>
                <a:t>Lorem ipsum dolor sit amet, consectetuer adipiscing elit. Maecenas porttitor congue massa. 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B6AD5FBF-31CE-4477-BC01-1877569D53F0}"/>
              </a:ext>
            </a:extLst>
          </p:cNvPr>
          <p:cNvGrpSpPr/>
          <p:nvPr/>
        </p:nvGrpSpPr>
        <p:grpSpPr>
          <a:xfrm>
            <a:off x="7106072" y="3558551"/>
            <a:ext cx="5355182" cy="2135832"/>
            <a:chOff x="7106072" y="3558551"/>
            <a:chExt cx="5355182" cy="2135832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40C46AB-67C7-4422-B8A0-354D3E19C1E5}"/>
                </a:ext>
              </a:extLst>
            </p:cNvPr>
            <p:cNvSpPr/>
            <p:nvPr/>
          </p:nvSpPr>
          <p:spPr>
            <a:xfrm>
              <a:off x="7106072" y="3558551"/>
              <a:ext cx="4651746" cy="2135832"/>
            </a:xfrm>
            <a:custGeom>
              <a:avLst/>
              <a:gdLst>
                <a:gd name="connsiteX0" fmla="*/ 4651746 w 4651746"/>
                <a:gd name="connsiteY0" fmla="*/ 0 h 2135832"/>
                <a:gd name="connsiteX1" fmla="*/ 4651746 w 4651746"/>
                <a:gd name="connsiteY1" fmla="*/ 1800670 h 2135832"/>
                <a:gd name="connsiteX2" fmla="*/ 4316584 w 4651746"/>
                <a:gd name="connsiteY2" fmla="*/ 2135832 h 2135832"/>
                <a:gd name="connsiteX3" fmla="*/ 3705010 w 4651746"/>
                <a:gd name="connsiteY3" fmla="*/ 2135832 h 2135832"/>
                <a:gd name="connsiteX4" fmla="*/ 0 w 4651746"/>
                <a:gd name="connsiteY4" fmla="*/ 60210 h 2135832"/>
                <a:gd name="connsiteX5" fmla="*/ 4651746 w 4651746"/>
                <a:gd name="connsiteY5" fmla="*/ 0 h 213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51746" h="2135832">
                  <a:moveTo>
                    <a:pt x="4651746" y="0"/>
                  </a:moveTo>
                  <a:lnTo>
                    <a:pt x="4651746" y="1800670"/>
                  </a:lnTo>
                  <a:cubicBezTo>
                    <a:pt x="4651746" y="1985775"/>
                    <a:pt x="4501689" y="2135832"/>
                    <a:pt x="4316584" y="2135832"/>
                  </a:cubicBezTo>
                  <a:lnTo>
                    <a:pt x="3705010" y="2135832"/>
                  </a:lnTo>
                  <a:lnTo>
                    <a:pt x="0" y="60210"/>
                  </a:lnTo>
                  <a:lnTo>
                    <a:pt x="4651746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A47AFC-A972-4737-A578-8EDD555157D1}"/>
                </a:ext>
              </a:extLst>
            </p:cNvPr>
            <p:cNvSpPr txBox="1"/>
            <p:nvPr/>
          </p:nvSpPr>
          <p:spPr>
            <a:xfrm>
              <a:off x="9126789" y="3854750"/>
              <a:ext cx="2945204" cy="72226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b="1" dirty="0">
                  <a:latin typeface="Futura Hv BT"/>
                </a:rPr>
                <a:t>Membrane</a:t>
              </a:r>
              <a:r>
                <a:rPr lang="en-US" sz="2000" dirty="0">
                  <a:latin typeface="Futura Hv BT"/>
                </a:rPr>
                <a:t> </a:t>
              </a:r>
              <a:r>
                <a:rPr lang="en-US" sz="2000" b="1" dirty="0">
                  <a:latin typeface="Futura Hv BT"/>
                </a:rPr>
                <a:t>technology</a:t>
              </a:r>
              <a:endParaRPr lang="en-US" sz="2000" b="1" dirty="0">
                <a:latin typeface="Futura Hv BT" panose="020B0702020204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25EB8332-0AC9-4C01-9F98-1118DC63A06E}"/>
                </a:ext>
              </a:extLst>
            </p:cNvPr>
            <p:cNvSpPr txBox="1"/>
            <p:nvPr/>
          </p:nvSpPr>
          <p:spPr>
            <a:xfrm>
              <a:off x="9687506" y="4150884"/>
              <a:ext cx="2773748" cy="13234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dirty="0">
                  <a:latin typeface="Futura Lt BT"/>
                </a:rPr>
                <a:t>Selectively separate material through pores, continuous structure 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8CC7B1E-C16B-46E1-BE3B-AD6A18BBA2F0}"/>
              </a:ext>
            </a:extLst>
          </p:cNvPr>
          <p:cNvGrpSpPr/>
          <p:nvPr/>
        </p:nvGrpSpPr>
        <p:grpSpPr>
          <a:xfrm>
            <a:off x="6836066" y="1506434"/>
            <a:ext cx="5078848" cy="1906397"/>
            <a:chOff x="6836066" y="1506434"/>
            <a:chExt cx="5078848" cy="1906397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5A667B9-7EC9-48D5-B1F3-C789C0917003}"/>
                </a:ext>
              </a:extLst>
            </p:cNvPr>
            <p:cNvSpPr/>
            <p:nvPr/>
          </p:nvSpPr>
          <p:spPr>
            <a:xfrm>
              <a:off x="6836066" y="1506434"/>
              <a:ext cx="4921753" cy="1906397"/>
            </a:xfrm>
            <a:custGeom>
              <a:avLst/>
              <a:gdLst>
                <a:gd name="connsiteX0" fmla="*/ 3111620 w 4921753"/>
                <a:gd name="connsiteY0" fmla="*/ 0 h 1906397"/>
                <a:gd name="connsiteX1" fmla="*/ 4586591 w 4921753"/>
                <a:gd name="connsiteY1" fmla="*/ 0 h 1906397"/>
                <a:gd name="connsiteX2" fmla="*/ 4921753 w 4921753"/>
                <a:gd name="connsiteY2" fmla="*/ 335162 h 1906397"/>
                <a:gd name="connsiteX3" fmla="*/ 4921753 w 4921753"/>
                <a:gd name="connsiteY3" fmla="*/ 1842692 h 1906397"/>
                <a:gd name="connsiteX4" fmla="*/ 0 w 4921753"/>
                <a:gd name="connsiteY4" fmla="*/ 1906397 h 1906397"/>
                <a:gd name="connsiteX5" fmla="*/ 3111620 w 4921753"/>
                <a:gd name="connsiteY5" fmla="*/ 0 h 1906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21753" h="1906397">
                  <a:moveTo>
                    <a:pt x="3111620" y="0"/>
                  </a:moveTo>
                  <a:lnTo>
                    <a:pt x="4586591" y="0"/>
                  </a:lnTo>
                  <a:cubicBezTo>
                    <a:pt x="4771696" y="0"/>
                    <a:pt x="4921753" y="150057"/>
                    <a:pt x="4921753" y="335162"/>
                  </a:cubicBezTo>
                  <a:lnTo>
                    <a:pt x="4921753" y="1842692"/>
                  </a:lnTo>
                  <a:lnTo>
                    <a:pt x="0" y="1906397"/>
                  </a:lnTo>
                  <a:lnTo>
                    <a:pt x="311162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077F4F2-978F-4918-B619-B3B8140D95EE}"/>
                </a:ext>
              </a:extLst>
            </p:cNvPr>
            <p:cNvSpPr txBox="1"/>
            <p:nvPr/>
          </p:nvSpPr>
          <p:spPr>
            <a:xfrm>
              <a:off x="9759392" y="1635975"/>
              <a:ext cx="1809394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400" b="1" dirty="0">
                  <a:latin typeface="Futura Hv BT"/>
                </a:rPr>
                <a:t>Membrane</a:t>
              </a:r>
              <a:endParaRPr lang="en-US" sz="2400" b="1" dirty="0">
                <a:latin typeface="Futura Hv BT" panose="020B0702020204020204" pitchFamily="34" charset="0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19AF266D-6E03-47A1-8D73-069FC80C2107}"/>
                </a:ext>
              </a:extLst>
            </p:cNvPr>
            <p:cNvSpPr txBox="1"/>
            <p:nvPr/>
          </p:nvSpPr>
          <p:spPr>
            <a:xfrm>
              <a:off x="9356826" y="2047128"/>
              <a:ext cx="2558088" cy="13234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en-US" sz="2000" dirty="0">
                  <a:ea typeface="+mn-lt"/>
                  <a:cs typeface="+mn-lt"/>
                </a:rPr>
                <a:t>A barrier that separates two phases as a selective wall to the  mass transfer</a:t>
              </a:r>
              <a:endParaRPr lang="en-US" sz="2000">
                <a:ea typeface="Calibri"/>
                <a:cs typeface="Calibri"/>
              </a:endParaRPr>
            </a:p>
          </p:txBody>
        </p:sp>
      </p:grp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2D9E40D-BF94-48C3-BC31-4FC6603A1026}"/>
              </a:ext>
            </a:extLst>
          </p:cNvPr>
          <p:cNvSpPr/>
          <p:nvPr/>
        </p:nvSpPr>
        <p:spPr>
          <a:xfrm>
            <a:off x="2711265" y="3449467"/>
            <a:ext cx="3873540" cy="2244917"/>
          </a:xfrm>
          <a:custGeom>
            <a:avLst/>
            <a:gdLst>
              <a:gd name="connsiteX0" fmla="*/ 3664154 w 3873540"/>
              <a:gd name="connsiteY0" fmla="*/ 0 h 2244917"/>
              <a:gd name="connsiteX1" fmla="*/ 3873540 w 3873540"/>
              <a:gd name="connsiteY1" fmla="*/ 117302 h 2244917"/>
              <a:gd name="connsiteX2" fmla="*/ 400846 w 3873540"/>
              <a:gd name="connsiteY2" fmla="*/ 2244917 h 2244917"/>
              <a:gd name="connsiteX3" fmla="*/ 0 w 3873540"/>
              <a:gd name="connsiteY3" fmla="*/ 2244917 h 2244917"/>
              <a:gd name="connsiteX4" fmla="*/ 3664154 w 3873540"/>
              <a:gd name="connsiteY4" fmla="*/ 0 h 2244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3540" h="2244917">
                <a:moveTo>
                  <a:pt x="3664154" y="0"/>
                </a:moveTo>
                <a:lnTo>
                  <a:pt x="3873540" y="117302"/>
                </a:lnTo>
                <a:lnTo>
                  <a:pt x="400846" y="2244917"/>
                </a:lnTo>
                <a:lnTo>
                  <a:pt x="0" y="2244917"/>
                </a:lnTo>
                <a:lnTo>
                  <a:pt x="366415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98E18F-89EC-4876-B08A-748CA06BAEA1}"/>
              </a:ext>
            </a:extLst>
          </p:cNvPr>
          <p:cNvSpPr/>
          <p:nvPr/>
        </p:nvSpPr>
        <p:spPr>
          <a:xfrm>
            <a:off x="6789456" y="3349125"/>
            <a:ext cx="4968363" cy="269636"/>
          </a:xfrm>
          <a:custGeom>
            <a:avLst/>
            <a:gdLst>
              <a:gd name="connsiteX0" fmla="*/ 4968363 w 4968363"/>
              <a:gd name="connsiteY0" fmla="*/ 0 h 269636"/>
              <a:gd name="connsiteX1" fmla="*/ 4968363 w 4968363"/>
              <a:gd name="connsiteY1" fmla="*/ 209426 h 269636"/>
              <a:gd name="connsiteX2" fmla="*/ 316617 w 4968363"/>
              <a:gd name="connsiteY2" fmla="*/ 269636 h 269636"/>
              <a:gd name="connsiteX3" fmla="*/ 0 w 4968363"/>
              <a:gd name="connsiteY3" fmla="*/ 92261 h 269636"/>
              <a:gd name="connsiteX4" fmla="*/ 46610 w 4968363"/>
              <a:gd name="connsiteY4" fmla="*/ 63705 h 269636"/>
              <a:gd name="connsiteX5" fmla="*/ 4968363 w 4968363"/>
              <a:gd name="connsiteY5" fmla="*/ 0 h 26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363" h="269636">
                <a:moveTo>
                  <a:pt x="4968363" y="0"/>
                </a:moveTo>
                <a:lnTo>
                  <a:pt x="4968363" y="209426"/>
                </a:lnTo>
                <a:lnTo>
                  <a:pt x="316617" y="269636"/>
                </a:lnTo>
                <a:lnTo>
                  <a:pt x="0" y="92261"/>
                </a:lnTo>
                <a:lnTo>
                  <a:pt x="46610" y="63705"/>
                </a:lnTo>
                <a:lnTo>
                  <a:pt x="496836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5A54EDF-DE78-4A52-8903-184C0C88B384}"/>
              </a:ext>
            </a:extLst>
          </p:cNvPr>
          <p:cNvSpPr/>
          <p:nvPr/>
        </p:nvSpPr>
        <p:spPr>
          <a:xfrm>
            <a:off x="901131" y="3419485"/>
            <a:ext cx="5474288" cy="279590"/>
          </a:xfrm>
          <a:custGeom>
            <a:avLst/>
            <a:gdLst>
              <a:gd name="connsiteX0" fmla="*/ 5420772 w 5474288"/>
              <a:gd name="connsiteY0" fmla="*/ 0 h 279590"/>
              <a:gd name="connsiteX1" fmla="*/ 5474288 w 5474288"/>
              <a:gd name="connsiteY1" fmla="*/ 29981 h 279590"/>
              <a:gd name="connsiteX2" fmla="*/ 5176232 w 5474288"/>
              <a:gd name="connsiteY2" fmla="*/ 212591 h 279590"/>
              <a:gd name="connsiteX3" fmla="*/ 0 w 5474288"/>
              <a:gd name="connsiteY3" fmla="*/ 279590 h 279590"/>
              <a:gd name="connsiteX4" fmla="*/ 0 w 5474288"/>
              <a:gd name="connsiteY4" fmla="*/ 70164 h 279590"/>
              <a:gd name="connsiteX5" fmla="*/ 5420772 w 5474288"/>
              <a:gd name="connsiteY5" fmla="*/ 0 h 27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4288" h="279590">
                <a:moveTo>
                  <a:pt x="5420772" y="0"/>
                </a:moveTo>
                <a:lnTo>
                  <a:pt x="5474288" y="29981"/>
                </a:lnTo>
                <a:lnTo>
                  <a:pt x="5176232" y="212591"/>
                </a:lnTo>
                <a:lnTo>
                  <a:pt x="0" y="279590"/>
                </a:lnTo>
                <a:lnTo>
                  <a:pt x="0" y="70164"/>
                </a:lnTo>
                <a:lnTo>
                  <a:pt x="54207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A3EFA58-0B26-4CB5-B87C-FB2CDE395C88}"/>
              </a:ext>
            </a:extLst>
          </p:cNvPr>
          <p:cNvSpPr/>
          <p:nvPr/>
        </p:nvSpPr>
        <p:spPr>
          <a:xfrm>
            <a:off x="3335541" y="1506434"/>
            <a:ext cx="6211296" cy="1817651"/>
          </a:xfrm>
          <a:custGeom>
            <a:avLst/>
            <a:gdLst>
              <a:gd name="connsiteX0" fmla="*/ 0 w 6211296"/>
              <a:gd name="connsiteY0" fmla="*/ 0 h 1817651"/>
              <a:gd name="connsiteX1" fmla="*/ 6211296 w 6211296"/>
              <a:gd name="connsiteY1" fmla="*/ 0 h 1817651"/>
              <a:gd name="connsiteX2" fmla="*/ 3244527 w 6211296"/>
              <a:gd name="connsiteY2" fmla="*/ 1817651 h 1817651"/>
              <a:gd name="connsiteX3" fmla="*/ 0 w 6211296"/>
              <a:gd name="connsiteY3" fmla="*/ 0 h 181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1296" h="1817651">
                <a:moveTo>
                  <a:pt x="0" y="0"/>
                </a:moveTo>
                <a:lnTo>
                  <a:pt x="6211296" y="0"/>
                </a:lnTo>
                <a:lnTo>
                  <a:pt x="3244527" y="181765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4BCAEC0-FB90-4B1A-9BCD-42E786C3793E}"/>
              </a:ext>
            </a:extLst>
          </p:cNvPr>
          <p:cNvSpPr/>
          <p:nvPr/>
        </p:nvSpPr>
        <p:spPr>
          <a:xfrm>
            <a:off x="3112111" y="3696165"/>
            <a:ext cx="6982965" cy="1998219"/>
          </a:xfrm>
          <a:custGeom>
            <a:avLst/>
            <a:gdLst>
              <a:gd name="connsiteX0" fmla="*/ 3472694 w 7270512"/>
              <a:gd name="connsiteY0" fmla="*/ 0 h 2127615"/>
              <a:gd name="connsiteX1" fmla="*/ 7270512 w 7270512"/>
              <a:gd name="connsiteY1" fmla="*/ 2127615 h 2127615"/>
              <a:gd name="connsiteX2" fmla="*/ 0 w 7270512"/>
              <a:gd name="connsiteY2" fmla="*/ 2127615 h 2127615"/>
              <a:gd name="connsiteX3" fmla="*/ 3472694 w 7270512"/>
              <a:gd name="connsiteY3" fmla="*/ 0 h 212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0512" h="2127615">
                <a:moveTo>
                  <a:pt x="3472694" y="0"/>
                </a:moveTo>
                <a:lnTo>
                  <a:pt x="7270512" y="2127615"/>
                </a:lnTo>
                <a:lnTo>
                  <a:pt x="0" y="2127615"/>
                </a:lnTo>
                <a:lnTo>
                  <a:pt x="3472694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3A929FC-291D-449E-B8C1-E4F13117692A}"/>
              </a:ext>
            </a:extLst>
          </p:cNvPr>
          <p:cNvGrpSpPr/>
          <p:nvPr/>
        </p:nvGrpSpPr>
        <p:grpSpPr>
          <a:xfrm>
            <a:off x="3741619" y="1011065"/>
            <a:ext cx="5215393" cy="5215391"/>
            <a:chOff x="938003" y="964546"/>
            <a:chExt cx="4458156" cy="4458154"/>
          </a:xfrm>
          <a:solidFill>
            <a:schemeClr val="tx1">
              <a:alpha val="29000"/>
            </a:schemeClr>
          </a:solidFill>
          <a:scene3d>
            <a:camera prst="perspectiveRelaxed" fov="2100000">
              <a:rot lat="18873598" lon="0" rev="0"/>
            </a:camera>
            <a:lightRig rig="twoPt" dir="t"/>
          </a:scene3d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7B72C5-8B87-4A0F-9FA0-C198F3CE872E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44BED1-69EB-433F-918E-EECF5C740533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B59A743-7295-42BD-8C03-9920D6C47E0C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F7CD82C-440C-4B0B-9660-5DA8A1FCFC51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C41BCED-6039-48EE-93C6-8A16CE22B71C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5141324-FE6C-43D2-8804-C8ED33C1ADB1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0014995-D36D-4427-B87D-99892A04753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E28A890-F258-46E3-B7C8-673682D4E6EA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7FE9F4-7C9B-474C-BCC4-BE2F4FA78C66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31E4F51-D887-4B27-B693-027B28C70286}"/>
              </a:ext>
            </a:extLst>
          </p:cNvPr>
          <p:cNvGrpSpPr/>
          <p:nvPr/>
        </p:nvGrpSpPr>
        <p:grpSpPr>
          <a:xfrm>
            <a:off x="3721778" y="474208"/>
            <a:ext cx="5215393" cy="5215391"/>
            <a:chOff x="3721778" y="474208"/>
            <a:chExt cx="5215393" cy="521539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F4227FA-D344-4C4E-8E29-7925490059C7}"/>
                </a:ext>
              </a:extLst>
            </p:cNvPr>
            <p:cNvGrpSpPr/>
            <p:nvPr/>
          </p:nvGrpSpPr>
          <p:grpSpPr>
            <a:xfrm>
              <a:off x="3721778" y="474208"/>
              <a:ext cx="5215393" cy="5215391"/>
              <a:chOff x="938003" y="964546"/>
              <a:chExt cx="4458156" cy="4458154"/>
            </a:xfrm>
            <a:scene3d>
              <a:camera prst="perspectiveRelaxed" fov="2100000">
                <a:rot lat="18873598" lon="0" rev="0"/>
              </a:camera>
              <a:lightRig rig="twoPt" dir="t"/>
            </a:scene3d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24BE359-3B6F-4FBC-AE94-211365FA8610}"/>
                  </a:ext>
                </a:extLst>
              </p:cNvPr>
              <p:cNvSpPr/>
              <p:nvPr/>
            </p:nvSpPr>
            <p:spPr>
              <a:xfrm rot="2700000">
                <a:off x="1609658" y="2418058"/>
                <a:ext cx="1748215" cy="207820"/>
              </a:xfrm>
              <a:custGeom>
                <a:avLst/>
                <a:gdLst>
                  <a:gd name="connsiteX0" fmla="*/ 0 w 1748215"/>
                  <a:gd name="connsiteY0" fmla="*/ 0 h 207820"/>
                  <a:gd name="connsiteX1" fmla="*/ 1748215 w 1748215"/>
                  <a:gd name="connsiteY1" fmla="*/ 0 h 207820"/>
                  <a:gd name="connsiteX2" fmla="*/ 1748215 w 1748215"/>
                  <a:gd name="connsiteY2" fmla="*/ 207820 h 207820"/>
                  <a:gd name="connsiteX3" fmla="*/ 0 w 1748215"/>
                  <a:gd name="connsiteY3" fmla="*/ 207820 h 207820"/>
                  <a:gd name="connsiteX4" fmla="*/ 0 w 1748215"/>
                  <a:gd name="connsiteY4" fmla="*/ 0 h 20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8215" h="207820">
                    <a:moveTo>
                      <a:pt x="0" y="0"/>
                    </a:moveTo>
                    <a:lnTo>
                      <a:pt x="1748215" y="0"/>
                    </a:lnTo>
                    <a:lnTo>
                      <a:pt x="1748215" y="207820"/>
                    </a:lnTo>
                    <a:lnTo>
                      <a:pt x="0" y="207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3733287-008B-4212-B9AD-0D1C9A21AC69}"/>
                  </a:ext>
                </a:extLst>
              </p:cNvPr>
              <p:cNvSpPr/>
              <p:nvPr/>
            </p:nvSpPr>
            <p:spPr>
              <a:xfrm rot="2700000">
                <a:off x="3754734" y="1667771"/>
                <a:ext cx="207820" cy="1724889"/>
              </a:xfrm>
              <a:custGeom>
                <a:avLst/>
                <a:gdLst>
                  <a:gd name="connsiteX0" fmla="*/ 0 w 207820"/>
                  <a:gd name="connsiteY0" fmla="*/ 0 h 1724889"/>
                  <a:gd name="connsiteX1" fmla="*/ 207820 w 207820"/>
                  <a:gd name="connsiteY1" fmla="*/ 0 h 1724889"/>
                  <a:gd name="connsiteX2" fmla="*/ 207820 w 207820"/>
                  <a:gd name="connsiteY2" fmla="*/ 1724889 h 1724889"/>
                  <a:gd name="connsiteX3" fmla="*/ 0 w 207820"/>
                  <a:gd name="connsiteY3" fmla="*/ 1724889 h 1724889"/>
                  <a:gd name="connsiteX4" fmla="*/ 0 w 207820"/>
                  <a:gd name="connsiteY4" fmla="*/ 0 h 1724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820" h="1724889">
                    <a:moveTo>
                      <a:pt x="0" y="0"/>
                    </a:moveTo>
                    <a:lnTo>
                      <a:pt x="207820" y="0"/>
                    </a:lnTo>
                    <a:lnTo>
                      <a:pt x="207820" y="1724889"/>
                    </a:lnTo>
                    <a:lnTo>
                      <a:pt x="0" y="17248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6FCF7566-DEFC-4D57-949C-D8165AC04C7F}"/>
                  </a:ext>
                </a:extLst>
              </p:cNvPr>
              <p:cNvSpPr/>
              <p:nvPr/>
            </p:nvSpPr>
            <p:spPr>
              <a:xfrm rot="2700000">
                <a:off x="2388101" y="3034402"/>
                <a:ext cx="207820" cy="1724891"/>
              </a:xfrm>
              <a:custGeom>
                <a:avLst/>
                <a:gdLst>
                  <a:gd name="connsiteX0" fmla="*/ 0 w 207820"/>
                  <a:gd name="connsiteY0" fmla="*/ 0 h 1724891"/>
                  <a:gd name="connsiteX1" fmla="*/ 207820 w 207820"/>
                  <a:gd name="connsiteY1" fmla="*/ 0 h 1724891"/>
                  <a:gd name="connsiteX2" fmla="*/ 207820 w 207820"/>
                  <a:gd name="connsiteY2" fmla="*/ 1724891 h 1724891"/>
                  <a:gd name="connsiteX3" fmla="*/ 0 w 207820"/>
                  <a:gd name="connsiteY3" fmla="*/ 1724891 h 1724891"/>
                  <a:gd name="connsiteX4" fmla="*/ 0 w 207820"/>
                  <a:gd name="connsiteY4" fmla="*/ 0 h 17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820" h="1724891">
                    <a:moveTo>
                      <a:pt x="0" y="0"/>
                    </a:moveTo>
                    <a:lnTo>
                      <a:pt x="207820" y="0"/>
                    </a:lnTo>
                    <a:lnTo>
                      <a:pt x="207820" y="1724891"/>
                    </a:lnTo>
                    <a:lnTo>
                      <a:pt x="0" y="17248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07DDD46-3F49-436C-9CEA-5A942FB41628}"/>
                  </a:ext>
                </a:extLst>
              </p:cNvPr>
              <p:cNvSpPr/>
              <p:nvPr/>
            </p:nvSpPr>
            <p:spPr>
              <a:xfrm rot="2700000">
                <a:off x="2999616" y="3784690"/>
                <a:ext cx="1701565" cy="207820"/>
              </a:xfrm>
              <a:custGeom>
                <a:avLst/>
                <a:gdLst>
                  <a:gd name="connsiteX0" fmla="*/ 0 w 1701565"/>
                  <a:gd name="connsiteY0" fmla="*/ 0 h 207820"/>
                  <a:gd name="connsiteX1" fmla="*/ 1701565 w 1701565"/>
                  <a:gd name="connsiteY1" fmla="*/ 0 h 207820"/>
                  <a:gd name="connsiteX2" fmla="*/ 1701565 w 1701565"/>
                  <a:gd name="connsiteY2" fmla="*/ 207820 h 207820"/>
                  <a:gd name="connsiteX3" fmla="*/ 0 w 1701565"/>
                  <a:gd name="connsiteY3" fmla="*/ 207820 h 207820"/>
                  <a:gd name="connsiteX4" fmla="*/ 0 w 1701565"/>
                  <a:gd name="connsiteY4" fmla="*/ 0 h 20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01565" h="207820">
                    <a:moveTo>
                      <a:pt x="0" y="0"/>
                    </a:moveTo>
                    <a:lnTo>
                      <a:pt x="1701565" y="0"/>
                    </a:lnTo>
                    <a:lnTo>
                      <a:pt x="1701565" y="207820"/>
                    </a:lnTo>
                    <a:lnTo>
                      <a:pt x="0" y="207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8651BE1-0FFC-405B-9E1D-802701D9B336}"/>
                  </a:ext>
                </a:extLst>
              </p:cNvPr>
              <p:cNvSpPr/>
              <p:nvPr/>
            </p:nvSpPr>
            <p:spPr>
              <a:xfrm rot="2700000">
                <a:off x="2292974" y="976209"/>
                <a:ext cx="1748215" cy="1724889"/>
              </a:xfrm>
              <a:custGeom>
                <a:avLst/>
                <a:gdLst>
                  <a:gd name="connsiteX0" fmla="*/ 111221 w 1748215"/>
                  <a:gd name="connsiteY0" fmla="*/ 111221 h 1724889"/>
                  <a:gd name="connsiteX1" fmla="*/ 379732 w 1748215"/>
                  <a:gd name="connsiteY1" fmla="*/ 0 h 1724889"/>
                  <a:gd name="connsiteX2" fmla="*/ 1748215 w 1748215"/>
                  <a:gd name="connsiteY2" fmla="*/ 0 h 1724889"/>
                  <a:gd name="connsiteX3" fmla="*/ 1748215 w 1748215"/>
                  <a:gd name="connsiteY3" fmla="*/ 1724889 h 1724889"/>
                  <a:gd name="connsiteX4" fmla="*/ 0 w 1748215"/>
                  <a:gd name="connsiteY4" fmla="*/ 1724889 h 1724889"/>
                  <a:gd name="connsiteX5" fmla="*/ 0 w 1748215"/>
                  <a:gd name="connsiteY5" fmla="*/ 379732 h 1724889"/>
                  <a:gd name="connsiteX6" fmla="*/ 111221 w 1748215"/>
                  <a:gd name="connsiteY6" fmla="*/ 111221 h 1724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48215" h="1724889">
                    <a:moveTo>
                      <a:pt x="111221" y="111221"/>
                    </a:moveTo>
                    <a:cubicBezTo>
                      <a:pt x="179939" y="42503"/>
                      <a:pt x="274872" y="0"/>
                      <a:pt x="379732" y="0"/>
                    </a:cubicBezTo>
                    <a:lnTo>
                      <a:pt x="1748215" y="0"/>
                    </a:lnTo>
                    <a:lnTo>
                      <a:pt x="1748215" y="1724889"/>
                    </a:lnTo>
                    <a:lnTo>
                      <a:pt x="0" y="1724889"/>
                    </a:lnTo>
                    <a:lnTo>
                      <a:pt x="0" y="379732"/>
                    </a:lnTo>
                    <a:cubicBezTo>
                      <a:pt x="0" y="274872"/>
                      <a:pt x="42503" y="179939"/>
                      <a:pt x="111221" y="111221"/>
                    </a:cubicBezTo>
                    <a:close/>
                  </a:path>
                </a:pathLst>
              </a:custGeom>
              <a:solidFill>
                <a:srgbClr val="F7B428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D9703CB-B1FD-4720-A39E-5FFECA047590}"/>
                  </a:ext>
                </a:extLst>
              </p:cNvPr>
              <p:cNvSpPr/>
              <p:nvPr/>
            </p:nvSpPr>
            <p:spPr>
              <a:xfrm rot="2700000">
                <a:off x="926341" y="2342840"/>
                <a:ext cx="1748215" cy="1724891"/>
              </a:xfrm>
              <a:custGeom>
                <a:avLst/>
                <a:gdLst>
                  <a:gd name="connsiteX0" fmla="*/ 0 w 1748215"/>
                  <a:gd name="connsiteY0" fmla="*/ 0 h 1724891"/>
                  <a:gd name="connsiteX1" fmla="*/ 1748215 w 1748215"/>
                  <a:gd name="connsiteY1" fmla="*/ 0 h 1724891"/>
                  <a:gd name="connsiteX2" fmla="*/ 1748215 w 1748215"/>
                  <a:gd name="connsiteY2" fmla="*/ 1724891 h 1724891"/>
                  <a:gd name="connsiteX3" fmla="*/ 379732 w 1748215"/>
                  <a:gd name="connsiteY3" fmla="*/ 1724891 h 1724891"/>
                  <a:gd name="connsiteX4" fmla="*/ 0 w 1748215"/>
                  <a:gd name="connsiteY4" fmla="*/ 1345159 h 1724891"/>
                  <a:gd name="connsiteX5" fmla="*/ 0 w 1748215"/>
                  <a:gd name="connsiteY5" fmla="*/ 0 h 17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48215" h="1724891">
                    <a:moveTo>
                      <a:pt x="0" y="0"/>
                    </a:moveTo>
                    <a:lnTo>
                      <a:pt x="1748215" y="0"/>
                    </a:lnTo>
                    <a:lnTo>
                      <a:pt x="1748215" y="1724891"/>
                    </a:lnTo>
                    <a:lnTo>
                      <a:pt x="379732" y="1724891"/>
                    </a:lnTo>
                    <a:cubicBezTo>
                      <a:pt x="170012" y="1724891"/>
                      <a:pt x="0" y="1554879"/>
                      <a:pt x="0" y="1345159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9394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E0A6A27-939B-4684-8205-A702D9A2EBCD}"/>
                  </a:ext>
                </a:extLst>
              </p:cNvPr>
              <p:cNvSpPr/>
              <p:nvPr/>
            </p:nvSpPr>
            <p:spPr>
              <a:xfrm rot="2700000">
                <a:off x="3682932" y="2342841"/>
                <a:ext cx="1701565" cy="1724889"/>
              </a:xfrm>
              <a:custGeom>
                <a:avLst/>
                <a:gdLst>
                  <a:gd name="connsiteX0" fmla="*/ 0 w 1701565"/>
                  <a:gd name="connsiteY0" fmla="*/ 0 h 1724889"/>
                  <a:gd name="connsiteX1" fmla="*/ 1321833 w 1701565"/>
                  <a:gd name="connsiteY1" fmla="*/ 0 h 1724889"/>
                  <a:gd name="connsiteX2" fmla="*/ 1701565 w 1701565"/>
                  <a:gd name="connsiteY2" fmla="*/ 379732 h 1724889"/>
                  <a:gd name="connsiteX3" fmla="*/ 1701565 w 1701565"/>
                  <a:gd name="connsiteY3" fmla="*/ 1724889 h 1724889"/>
                  <a:gd name="connsiteX4" fmla="*/ 0 w 1701565"/>
                  <a:gd name="connsiteY4" fmla="*/ 1724889 h 1724889"/>
                  <a:gd name="connsiteX5" fmla="*/ 0 w 1701565"/>
                  <a:gd name="connsiteY5" fmla="*/ 0 h 1724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01565" h="1724889">
                    <a:moveTo>
                      <a:pt x="0" y="0"/>
                    </a:moveTo>
                    <a:lnTo>
                      <a:pt x="1321833" y="0"/>
                    </a:lnTo>
                    <a:cubicBezTo>
                      <a:pt x="1531553" y="0"/>
                      <a:pt x="1701565" y="170012"/>
                      <a:pt x="1701565" y="379732"/>
                    </a:cubicBezTo>
                    <a:lnTo>
                      <a:pt x="1701565" y="1724889"/>
                    </a:lnTo>
                    <a:lnTo>
                      <a:pt x="0" y="17248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05251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A0F0CF8-A44B-4C7D-8D18-AEAD56F093B4}"/>
                  </a:ext>
                </a:extLst>
              </p:cNvPr>
              <p:cNvSpPr/>
              <p:nvPr/>
            </p:nvSpPr>
            <p:spPr>
              <a:xfrm rot="2700000">
                <a:off x="3071418" y="3109620"/>
                <a:ext cx="207820" cy="207820"/>
              </a:xfrm>
              <a:custGeom>
                <a:avLst/>
                <a:gdLst>
                  <a:gd name="connsiteX0" fmla="*/ 0 w 207820"/>
                  <a:gd name="connsiteY0" fmla="*/ 0 h 207820"/>
                  <a:gd name="connsiteX1" fmla="*/ 207820 w 207820"/>
                  <a:gd name="connsiteY1" fmla="*/ 0 h 207820"/>
                  <a:gd name="connsiteX2" fmla="*/ 207820 w 207820"/>
                  <a:gd name="connsiteY2" fmla="*/ 207820 h 207820"/>
                  <a:gd name="connsiteX3" fmla="*/ 0 w 207820"/>
                  <a:gd name="connsiteY3" fmla="*/ 207820 h 207820"/>
                  <a:gd name="connsiteX4" fmla="*/ 0 w 207820"/>
                  <a:gd name="connsiteY4" fmla="*/ 0 h 20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7820" h="207820">
                    <a:moveTo>
                      <a:pt x="0" y="0"/>
                    </a:moveTo>
                    <a:lnTo>
                      <a:pt x="207820" y="0"/>
                    </a:lnTo>
                    <a:lnTo>
                      <a:pt x="207820" y="207820"/>
                    </a:lnTo>
                    <a:lnTo>
                      <a:pt x="0" y="2078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2DDA6A96-F6C0-42A8-ADB5-5496F7E9049D}"/>
                  </a:ext>
                </a:extLst>
              </p:cNvPr>
              <p:cNvSpPr/>
              <p:nvPr/>
            </p:nvSpPr>
            <p:spPr>
              <a:xfrm rot="2700000">
                <a:off x="2316299" y="3709472"/>
                <a:ext cx="1701565" cy="1724891"/>
              </a:xfrm>
              <a:custGeom>
                <a:avLst/>
                <a:gdLst>
                  <a:gd name="connsiteX0" fmla="*/ 0 w 1701565"/>
                  <a:gd name="connsiteY0" fmla="*/ 0 h 1724891"/>
                  <a:gd name="connsiteX1" fmla="*/ 1701565 w 1701565"/>
                  <a:gd name="connsiteY1" fmla="*/ 0 h 1724891"/>
                  <a:gd name="connsiteX2" fmla="*/ 1701565 w 1701565"/>
                  <a:gd name="connsiteY2" fmla="*/ 1345159 h 1724891"/>
                  <a:gd name="connsiteX3" fmla="*/ 1321833 w 1701565"/>
                  <a:gd name="connsiteY3" fmla="*/ 1724891 h 1724891"/>
                  <a:gd name="connsiteX4" fmla="*/ 0 w 1701565"/>
                  <a:gd name="connsiteY4" fmla="*/ 1724891 h 1724891"/>
                  <a:gd name="connsiteX5" fmla="*/ 0 w 1701565"/>
                  <a:gd name="connsiteY5" fmla="*/ 0 h 17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701565" h="1724891">
                    <a:moveTo>
                      <a:pt x="0" y="0"/>
                    </a:moveTo>
                    <a:lnTo>
                      <a:pt x="1701565" y="0"/>
                    </a:lnTo>
                    <a:lnTo>
                      <a:pt x="1701565" y="1345159"/>
                    </a:lnTo>
                    <a:cubicBezTo>
                      <a:pt x="1701565" y="1554879"/>
                      <a:pt x="1531553" y="1724891"/>
                      <a:pt x="1321833" y="1724891"/>
                    </a:cubicBezTo>
                    <a:lnTo>
                      <a:pt x="0" y="17248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155B"/>
              </a:solidFill>
              <a:ln>
                <a:noFill/>
              </a:ln>
              <a:sp3d extrusionH="5905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rgbClr val="FFFF00"/>
                  </a:solidFill>
                </a:endParaRPr>
              </a:p>
            </p:txBody>
          </p:sp>
        </p:grpSp>
        <p:sp>
          <p:nvSpPr>
            <p:cNvPr id="59" name="Diamond 58">
              <a:extLst>
                <a:ext uri="{FF2B5EF4-FFF2-40B4-BE49-F238E27FC236}">
                  <a16:creationId xmlns:a16="http://schemas.microsoft.com/office/drawing/2014/main" id="{EF89A5B6-2155-4644-BFDE-E4E3F4F02C80}"/>
                </a:ext>
              </a:extLst>
            </p:cNvPr>
            <p:cNvSpPr/>
            <p:nvPr/>
          </p:nvSpPr>
          <p:spPr>
            <a:xfrm>
              <a:off x="5217773" y="2344403"/>
              <a:ext cx="2259154" cy="1579467"/>
            </a:xfrm>
            <a:prstGeom prst="diamond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FF00"/>
                </a:solidFill>
              </a:endParaRPr>
            </a:p>
          </p:txBody>
        </p:sp>
      </p:grpSp>
      <p:pic>
        <p:nvPicPr>
          <p:cNvPr id="63" name="Graphic 62" descr="Bullseye">
            <a:extLst>
              <a:ext uri="{FF2B5EF4-FFF2-40B4-BE49-F238E27FC236}">
                <a16:creationId xmlns:a16="http://schemas.microsoft.com/office/drawing/2014/main" id="{4A212828-F50C-4271-B72D-D343F0F05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1751" y="2735591"/>
            <a:ext cx="548640" cy="548640"/>
          </a:xfrm>
          <a:prstGeom prst="rect">
            <a:avLst/>
          </a:prstGeom>
          <a:effectLst>
            <a:outerShdw blurRad="76200" dir="13500000" sx="115000" sy="115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65" name="Graphic 64" descr="Presentation with bar chart">
            <a:extLst>
              <a:ext uri="{FF2B5EF4-FFF2-40B4-BE49-F238E27FC236}">
                <a16:creationId xmlns:a16="http://schemas.microsoft.com/office/drawing/2014/main" id="{258978FC-8072-44D7-9258-10CECDDE9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6292" y="2783525"/>
            <a:ext cx="548640" cy="548640"/>
          </a:xfrm>
          <a:prstGeom prst="rect">
            <a:avLst/>
          </a:prstGeom>
          <a:effectLst>
            <a:outerShdw blurRad="76200" dir="13500000" sx="115000" sy="115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67" name="Graphic 66" descr="Lightbulb">
            <a:extLst>
              <a:ext uri="{FF2B5EF4-FFF2-40B4-BE49-F238E27FC236}">
                <a16:creationId xmlns:a16="http://schemas.microsoft.com/office/drawing/2014/main" id="{E3D48A3D-C31E-4A1D-BFF2-361E2D2BAE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5316" y="1394212"/>
            <a:ext cx="548640" cy="548640"/>
          </a:xfrm>
          <a:prstGeom prst="rect">
            <a:avLst/>
          </a:prstGeom>
          <a:effectLst>
            <a:outerShdw blurRad="76200" dist="38100" dir="8040000" sx="96000" sy="96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69" name="Graphic 68" descr="Single gear">
            <a:extLst>
              <a:ext uri="{FF2B5EF4-FFF2-40B4-BE49-F238E27FC236}">
                <a16:creationId xmlns:a16="http://schemas.microsoft.com/office/drawing/2014/main" id="{D5B4F8EC-0C6F-4CC8-BA7B-3D24CEC02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55458" y="4535881"/>
            <a:ext cx="548640" cy="548640"/>
          </a:xfrm>
          <a:prstGeom prst="rect">
            <a:avLst/>
          </a:prstGeom>
          <a:effectLst>
            <a:outerShdw blurRad="76200" dir="13500000" sx="115000" sy="115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7" name="Picture 7" descr="Chart, shape, bubble chart&#10;&#10;Description automatically generated">
            <a:extLst>
              <a:ext uri="{FF2B5EF4-FFF2-40B4-BE49-F238E27FC236}">
                <a16:creationId xmlns:a16="http://schemas.microsoft.com/office/drawing/2014/main" id="{71C3BF8C-FEB4-D814-2B8C-BE6B668132D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4181" t="6452" r="5200" b="5503"/>
          <a:stretch/>
        </p:blipFill>
        <p:spPr>
          <a:xfrm>
            <a:off x="4551872" y="2052596"/>
            <a:ext cx="3736584" cy="234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2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Triangle 7">
            <a:extLst>
              <a:ext uri="{FF2B5EF4-FFF2-40B4-BE49-F238E27FC236}">
                <a16:creationId xmlns:a16="http://schemas.microsoft.com/office/drawing/2014/main" id="{DE2157CA-4C11-4901-989C-FB74101B8C95}"/>
              </a:ext>
            </a:extLst>
          </p:cNvPr>
          <p:cNvSpPr/>
          <p:nvPr/>
        </p:nvSpPr>
        <p:spPr>
          <a:xfrm flipH="1">
            <a:off x="0" y="5643154"/>
            <a:ext cx="12192000" cy="1214846"/>
          </a:xfrm>
          <a:prstGeom prst="rtTriangle">
            <a:avLst/>
          </a:prstGeom>
          <a:solidFill>
            <a:srgbClr val="57C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6EE0B59C-0FCC-40F9-89CE-E5C7D6332B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88823" y="801188"/>
            <a:ext cx="3814354" cy="4333019"/>
          </a:xfrm>
          <a:prstGeom prst="rect">
            <a:avLst/>
          </a:prstGeo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F9AEA74D-F044-49F4-AA20-FF2F0AFAC275}"/>
              </a:ext>
            </a:extLst>
          </p:cNvPr>
          <p:cNvSpPr/>
          <p:nvPr/>
        </p:nvSpPr>
        <p:spPr>
          <a:xfrm>
            <a:off x="0" y="5643154"/>
            <a:ext cx="12192000" cy="1214846"/>
          </a:xfrm>
          <a:prstGeom prst="rtTriangle">
            <a:avLst/>
          </a:prstGeom>
          <a:solidFill>
            <a:srgbClr val="1B3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4C577-CB23-41C9-98E2-55CA019BFDB0}"/>
              </a:ext>
            </a:extLst>
          </p:cNvPr>
          <p:cNvSpPr txBox="1"/>
          <p:nvPr/>
        </p:nvSpPr>
        <p:spPr>
          <a:xfrm>
            <a:off x="4098388" y="5134207"/>
            <a:ext cx="3995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Oswald" panose="02000503000000000000" pitchFamily="2" charset="0"/>
                <a:ea typeface="+mn-ea"/>
                <a:cs typeface="+mn-cs"/>
              </a:rPr>
              <a:t>LIKE | SHARE | SUBSCRIBE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AC450-FBED-4B21-AC09-0E678CDBD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7" y="6043761"/>
            <a:ext cx="2143254" cy="65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6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FA0A369-1916-4360-824B-7835DCEBE303}"/>
              </a:ext>
            </a:extLst>
          </p:cNvPr>
          <p:cNvSpPr/>
          <p:nvPr/>
        </p:nvSpPr>
        <p:spPr>
          <a:xfrm>
            <a:off x="0" y="-633"/>
            <a:ext cx="12242222" cy="2763287"/>
          </a:xfrm>
          <a:custGeom>
            <a:avLst/>
            <a:gdLst>
              <a:gd name="connsiteX0" fmla="*/ 0 w 12242222"/>
              <a:gd name="connsiteY0" fmla="*/ 0 h 2763287"/>
              <a:gd name="connsiteX1" fmla="*/ 12242222 w 12242222"/>
              <a:gd name="connsiteY1" fmla="*/ 0 h 2763287"/>
              <a:gd name="connsiteX2" fmla="*/ 12242222 w 12242222"/>
              <a:gd name="connsiteY2" fmla="*/ 1069895 h 2763287"/>
              <a:gd name="connsiteX3" fmla="*/ 12070387 w 12242222"/>
              <a:gd name="connsiteY3" fmla="*/ 1249376 h 2763287"/>
              <a:gd name="connsiteX4" fmla="*/ 6095999 w 12242222"/>
              <a:gd name="connsiteY4" fmla="*/ 2763287 h 2763287"/>
              <a:gd name="connsiteX5" fmla="*/ 121611 w 12242222"/>
              <a:gd name="connsiteY5" fmla="*/ 1249376 h 2763287"/>
              <a:gd name="connsiteX6" fmla="*/ 0 w 12242222"/>
              <a:gd name="connsiteY6" fmla="*/ 1122354 h 2763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42222" h="2763287">
                <a:moveTo>
                  <a:pt x="0" y="0"/>
                </a:moveTo>
                <a:lnTo>
                  <a:pt x="12242222" y="0"/>
                </a:lnTo>
                <a:lnTo>
                  <a:pt x="12242222" y="1069895"/>
                </a:lnTo>
                <a:lnTo>
                  <a:pt x="12070387" y="1249376"/>
                </a:lnTo>
                <a:cubicBezTo>
                  <a:pt x="11086073" y="2139038"/>
                  <a:pt x="8781730" y="2763287"/>
                  <a:pt x="6095999" y="2763287"/>
                </a:cubicBezTo>
                <a:cubicBezTo>
                  <a:pt x="3410269" y="2763287"/>
                  <a:pt x="1105925" y="2139038"/>
                  <a:pt x="121611" y="1249376"/>
                </a:cubicBezTo>
                <a:lnTo>
                  <a:pt x="0" y="11223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Logo, company name&#10;&#10;Description automatically generated">
            <a:extLst>
              <a:ext uri="{FF2B5EF4-FFF2-40B4-BE49-F238E27FC236}">
                <a16:creationId xmlns:a16="http://schemas.microsoft.com/office/drawing/2014/main" id="{F622EF71-C5FF-4A1F-95AC-88C63DEDFF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08709" y="208170"/>
            <a:ext cx="2174583" cy="2470276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4E6D1070-267E-48A2-9700-336C1A9C8EF4}"/>
              </a:ext>
            </a:extLst>
          </p:cNvPr>
          <p:cNvGrpSpPr/>
          <p:nvPr/>
        </p:nvGrpSpPr>
        <p:grpSpPr>
          <a:xfrm>
            <a:off x="1364436" y="3014544"/>
            <a:ext cx="1634837" cy="2601436"/>
            <a:chOff x="1364436" y="3014544"/>
            <a:chExt cx="1634837" cy="260143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539A09C-B333-4794-934A-74D974292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6463" y="3419663"/>
              <a:ext cx="1427655" cy="142765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BA94CB-BC20-4701-A36D-5D5DBD4204BD}"/>
                </a:ext>
              </a:extLst>
            </p:cNvPr>
            <p:cNvSpPr txBox="1"/>
            <p:nvPr/>
          </p:nvSpPr>
          <p:spPr>
            <a:xfrm>
              <a:off x="1364436" y="4969649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Like &amp; Subscribe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278FA524-9593-487E-BF45-6D70C95207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30000" b="64286" l="12500" r="87308">
                          <a14:foregroundMark x1="16154" y1="39286" x2="28654" y2="45714"/>
                          <a14:foregroundMark x1="28654" y1="45714" x2="53654" y2="41071"/>
                          <a14:foregroundMark x1="53654" y1="41071" x2="59808" y2="44643"/>
                          <a14:foregroundMark x1="59808" y1="48214" x2="16538" y2="50357"/>
                          <a14:foregroundMark x1="12500" y1="40357" x2="12885" y2="56071"/>
                          <a14:foregroundMark x1="76923" y1="41071" x2="84423" y2="51786"/>
                          <a14:foregroundMark x1="85385" y1="37857" x2="87308" y2="46071"/>
                        </a14:backgroundRemoval>
                      </a14:imgEffect>
                    </a14:imgLayer>
                  </a14:imgProps>
                </a:ext>
              </a:extLst>
            </a:blip>
            <a:srcRect l="10070" t="26347" r="8289" b="31471"/>
            <a:stretch/>
          </p:blipFill>
          <p:spPr>
            <a:xfrm>
              <a:off x="1636205" y="3014544"/>
              <a:ext cx="1217913" cy="338836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84E91F9-7DE8-4137-B07C-A5DD5456C0CA}"/>
              </a:ext>
            </a:extLst>
          </p:cNvPr>
          <p:cNvGrpSpPr/>
          <p:nvPr/>
        </p:nvGrpSpPr>
        <p:grpSpPr>
          <a:xfrm>
            <a:off x="3449782" y="2903314"/>
            <a:ext cx="2131210" cy="2649657"/>
            <a:chOff x="3449782" y="2903314"/>
            <a:chExt cx="2131210" cy="2649657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7551523-9C51-4275-8CA5-6BFCCE14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49748" y="3419663"/>
              <a:ext cx="1427655" cy="1432231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713166-8EA9-4F43-A565-F0A9CD7C7EE4}"/>
                </a:ext>
              </a:extLst>
            </p:cNvPr>
            <p:cNvSpPr txBox="1"/>
            <p:nvPr/>
          </p:nvSpPr>
          <p:spPr>
            <a:xfrm>
              <a:off x="3946155" y="4906640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Join my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Telegram</a:t>
              </a:r>
            </a:p>
          </p:txBody>
        </p:sp>
        <p:pic>
          <p:nvPicPr>
            <p:cNvPr id="26" name="Picture 2" descr="Telegram Logo transparent PNG - StickPNG">
              <a:extLst>
                <a:ext uri="{FF2B5EF4-FFF2-40B4-BE49-F238E27FC236}">
                  <a16:creationId xmlns:a16="http://schemas.microsoft.com/office/drawing/2014/main" id="{137EE4E0-F704-4C0E-9369-A93837B2A5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87224" y="2903314"/>
              <a:ext cx="413788" cy="4137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AE5E91E-9112-43F4-9994-0C4C6DEC6998}"/>
                </a:ext>
              </a:extLst>
            </p:cNvPr>
            <p:cNvCxnSpPr/>
            <p:nvPr/>
          </p:nvCxnSpPr>
          <p:spPr>
            <a:xfrm>
              <a:off x="3449782" y="3273464"/>
              <a:ext cx="0" cy="16525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3FFE42F-E7C9-4C14-BD8D-EC6AA165C12D}"/>
              </a:ext>
            </a:extLst>
          </p:cNvPr>
          <p:cNvGrpSpPr/>
          <p:nvPr/>
        </p:nvGrpSpPr>
        <p:grpSpPr>
          <a:xfrm>
            <a:off x="6096000" y="2971457"/>
            <a:ext cx="2114844" cy="2600885"/>
            <a:chOff x="6096000" y="2971457"/>
            <a:chExt cx="2114844" cy="2600885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7AFD206-763F-4051-836C-F060AA96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73033" y="3419663"/>
              <a:ext cx="1427655" cy="1427655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417E24D-6A02-4DFD-957B-234D2A29D6B2}"/>
                </a:ext>
              </a:extLst>
            </p:cNvPr>
            <p:cNvSpPr txBox="1"/>
            <p:nvPr/>
          </p:nvSpPr>
          <p:spPr>
            <a:xfrm>
              <a:off x="6576007" y="4926011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Support through PayPal</a:t>
              </a:r>
            </a:p>
          </p:txBody>
        </p:sp>
        <p:pic>
          <p:nvPicPr>
            <p:cNvPr id="27" name="Picture 26" descr="Logo&#10;&#10;Description automatically generated">
              <a:extLst>
                <a:ext uri="{FF2B5EF4-FFF2-40B4-BE49-F238E27FC236}">
                  <a16:creationId xmlns:a16="http://schemas.microsoft.com/office/drawing/2014/main" id="{0E907ADD-098E-4137-8C84-5826B5501B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807725" y="2971457"/>
              <a:ext cx="1158270" cy="406773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3D9BC14-6951-4136-B08C-4FF3367E8672}"/>
                </a:ext>
              </a:extLst>
            </p:cNvPr>
            <p:cNvCxnSpPr/>
            <p:nvPr/>
          </p:nvCxnSpPr>
          <p:spPr>
            <a:xfrm>
              <a:off x="6096000" y="3273464"/>
              <a:ext cx="0" cy="16525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5BFC39-F5BA-48E0-B540-47F3529FA492}"/>
              </a:ext>
            </a:extLst>
          </p:cNvPr>
          <p:cNvGrpSpPr/>
          <p:nvPr/>
        </p:nvGrpSpPr>
        <p:grpSpPr>
          <a:xfrm>
            <a:off x="8742218" y="3000626"/>
            <a:ext cx="2085346" cy="2615354"/>
            <a:chOff x="8742218" y="3000626"/>
            <a:chExt cx="2085346" cy="261535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2CABF77F-33E2-43DD-A4CA-BE91DFB4B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296319" y="3411413"/>
              <a:ext cx="1427654" cy="1427654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8EA80EE-B131-4842-A10D-710B821ECF76}"/>
                </a:ext>
              </a:extLst>
            </p:cNvPr>
            <p:cNvSpPr txBox="1"/>
            <p:nvPr/>
          </p:nvSpPr>
          <p:spPr>
            <a:xfrm>
              <a:off x="9192727" y="4969649"/>
              <a:ext cx="16348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Be my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Patreon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8" name="Picture 27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1E90C789-49CA-4558-849C-19FB67DCE4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5140" b="31257"/>
            <a:stretch/>
          </p:blipFill>
          <p:spPr>
            <a:xfrm>
              <a:off x="9491669" y="3000626"/>
              <a:ext cx="1036952" cy="348436"/>
            </a:xfrm>
            <a:prstGeom prst="rect">
              <a:avLst/>
            </a:prstGeom>
          </p:spPr>
        </p:pic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BD3C8F4-3A8C-403F-B1A7-F513DC396115}"/>
                </a:ext>
              </a:extLst>
            </p:cNvPr>
            <p:cNvCxnSpPr/>
            <p:nvPr/>
          </p:nvCxnSpPr>
          <p:spPr>
            <a:xfrm>
              <a:off x="8742218" y="3273464"/>
              <a:ext cx="0" cy="16525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6903050F-AE92-4EBA-B320-4B7AE2E78F6D}"/>
              </a:ext>
            </a:extLst>
          </p:cNvPr>
          <p:cNvSpPr/>
          <p:nvPr/>
        </p:nvSpPr>
        <p:spPr>
          <a:xfrm flipH="1">
            <a:off x="0" y="6019796"/>
            <a:ext cx="12192000" cy="838203"/>
          </a:xfrm>
          <a:prstGeom prst="rtTriangle">
            <a:avLst/>
          </a:prstGeom>
          <a:solidFill>
            <a:srgbClr val="57C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5672AC22-9FD3-474B-9437-946FE9168149}"/>
              </a:ext>
            </a:extLst>
          </p:cNvPr>
          <p:cNvSpPr/>
          <p:nvPr/>
        </p:nvSpPr>
        <p:spPr>
          <a:xfrm>
            <a:off x="0" y="6165996"/>
            <a:ext cx="12192000" cy="692004"/>
          </a:xfrm>
          <a:prstGeom prst="rtTriangle">
            <a:avLst/>
          </a:prstGeom>
          <a:solidFill>
            <a:srgbClr val="1B3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745F4B-9437-4618-9534-60A547729295}"/>
              </a:ext>
            </a:extLst>
          </p:cNvPr>
          <p:cNvSpPr txBox="1"/>
          <p:nvPr/>
        </p:nvSpPr>
        <p:spPr>
          <a:xfrm>
            <a:off x="4181288" y="5683770"/>
            <a:ext cx="4029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SCAN THE QRCODES</a:t>
            </a:r>
          </a:p>
        </p:txBody>
      </p:sp>
    </p:spTree>
    <p:extLst>
      <p:ext uri="{BB962C8B-B14F-4D97-AF65-F5344CB8AC3E}">
        <p14:creationId xmlns:p14="http://schemas.microsoft.com/office/powerpoint/2010/main" val="100839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6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214EDE-C16B-4D83-BAE8-EE8287CC3A53}"/>
              </a:ext>
            </a:extLst>
          </p:cNvPr>
          <p:cNvSpPr/>
          <p:nvPr/>
        </p:nvSpPr>
        <p:spPr>
          <a:xfrm>
            <a:off x="2907082" y="1506434"/>
            <a:ext cx="3672987" cy="1943033"/>
          </a:xfrm>
          <a:custGeom>
            <a:avLst/>
            <a:gdLst>
              <a:gd name="connsiteX0" fmla="*/ 0 w 3672987"/>
              <a:gd name="connsiteY0" fmla="*/ 0 h 1943033"/>
              <a:gd name="connsiteX1" fmla="*/ 428460 w 3672987"/>
              <a:gd name="connsiteY1" fmla="*/ 0 h 1943033"/>
              <a:gd name="connsiteX2" fmla="*/ 3672987 w 3672987"/>
              <a:gd name="connsiteY2" fmla="*/ 1817651 h 1943033"/>
              <a:gd name="connsiteX3" fmla="*/ 3468338 w 3672987"/>
              <a:gd name="connsiteY3" fmla="*/ 1943033 h 1943033"/>
              <a:gd name="connsiteX4" fmla="*/ 0 w 3672987"/>
              <a:gd name="connsiteY4" fmla="*/ 0 h 194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2987" h="1943033">
                <a:moveTo>
                  <a:pt x="0" y="0"/>
                </a:moveTo>
                <a:lnTo>
                  <a:pt x="428460" y="0"/>
                </a:lnTo>
                <a:lnTo>
                  <a:pt x="3672987" y="1817651"/>
                </a:lnTo>
                <a:lnTo>
                  <a:pt x="3468338" y="194303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30FF458-0890-4FFE-8C6D-71C50BE7F57C}"/>
              </a:ext>
            </a:extLst>
          </p:cNvPr>
          <p:cNvSpPr/>
          <p:nvPr/>
        </p:nvSpPr>
        <p:spPr>
          <a:xfrm>
            <a:off x="6580068" y="1506434"/>
            <a:ext cx="3367616" cy="1934953"/>
          </a:xfrm>
          <a:custGeom>
            <a:avLst/>
            <a:gdLst>
              <a:gd name="connsiteX0" fmla="*/ 2966769 w 3367616"/>
              <a:gd name="connsiteY0" fmla="*/ 0 h 1934953"/>
              <a:gd name="connsiteX1" fmla="*/ 3367616 w 3367616"/>
              <a:gd name="connsiteY1" fmla="*/ 0 h 1934953"/>
              <a:gd name="connsiteX2" fmla="*/ 209386 w 3367616"/>
              <a:gd name="connsiteY2" fmla="*/ 1934953 h 1934953"/>
              <a:gd name="connsiteX3" fmla="*/ 0 w 3367616"/>
              <a:gd name="connsiteY3" fmla="*/ 1817651 h 1934953"/>
              <a:gd name="connsiteX4" fmla="*/ 2966769 w 3367616"/>
              <a:gd name="connsiteY4" fmla="*/ 0 h 193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7616" h="1934953">
                <a:moveTo>
                  <a:pt x="2966769" y="0"/>
                </a:moveTo>
                <a:lnTo>
                  <a:pt x="3367616" y="0"/>
                </a:lnTo>
                <a:lnTo>
                  <a:pt x="209386" y="1934953"/>
                </a:lnTo>
                <a:lnTo>
                  <a:pt x="0" y="1817651"/>
                </a:lnTo>
                <a:lnTo>
                  <a:pt x="296676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4392CF7-3FEC-49F5-8180-16AFA0E6346E}"/>
              </a:ext>
            </a:extLst>
          </p:cNvPr>
          <p:cNvSpPr/>
          <p:nvPr/>
        </p:nvSpPr>
        <p:spPr>
          <a:xfrm>
            <a:off x="6584805" y="3441387"/>
            <a:ext cx="4226276" cy="2252997"/>
          </a:xfrm>
          <a:custGeom>
            <a:avLst/>
            <a:gdLst>
              <a:gd name="connsiteX0" fmla="*/ 204649 w 4226276"/>
              <a:gd name="connsiteY0" fmla="*/ 0 h 2252997"/>
              <a:gd name="connsiteX1" fmla="*/ 4226276 w 4226276"/>
              <a:gd name="connsiteY1" fmla="*/ 2252997 h 2252997"/>
              <a:gd name="connsiteX2" fmla="*/ 3797818 w 4226276"/>
              <a:gd name="connsiteY2" fmla="*/ 2252997 h 2252997"/>
              <a:gd name="connsiteX3" fmla="*/ 0 w 4226276"/>
              <a:gd name="connsiteY3" fmla="*/ 125382 h 2252997"/>
              <a:gd name="connsiteX4" fmla="*/ 204649 w 4226276"/>
              <a:gd name="connsiteY4" fmla="*/ 0 h 225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276" h="2252997">
                <a:moveTo>
                  <a:pt x="204649" y="0"/>
                </a:moveTo>
                <a:lnTo>
                  <a:pt x="4226276" y="2252997"/>
                </a:lnTo>
                <a:lnTo>
                  <a:pt x="3797818" y="2252997"/>
                </a:lnTo>
                <a:lnTo>
                  <a:pt x="0" y="125382"/>
                </a:lnTo>
                <a:lnTo>
                  <a:pt x="20464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2D9E40D-BF94-48C3-BC31-4FC6603A1026}"/>
              </a:ext>
            </a:extLst>
          </p:cNvPr>
          <p:cNvSpPr/>
          <p:nvPr/>
        </p:nvSpPr>
        <p:spPr>
          <a:xfrm>
            <a:off x="2711265" y="3449467"/>
            <a:ext cx="3873540" cy="2244917"/>
          </a:xfrm>
          <a:custGeom>
            <a:avLst/>
            <a:gdLst>
              <a:gd name="connsiteX0" fmla="*/ 3664154 w 3873540"/>
              <a:gd name="connsiteY0" fmla="*/ 0 h 2244917"/>
              <a:gd name="connsiteX1" fmla="*/ 3873540 w 3873540"/>
              <a:gd name="connsiteY1" fmla="*/ 117302 h 2244917"/>
              <a:gd name="connsiteX2" fmla="*/ 400846 w 3873540"/>
              <a:gd name="connsiteY2" fmla="*/ 2244917 h 2244917"/>
              <a:gd name="connsiteX3" fmla="*/ 0 w 3873540"/>
              <a:gd name="connsiteY3" fmla="*/ 2244917 h 2244917"/>
              <a:gd name="connsiteX4" fmla="*/ 3664154 w 3873540"/>
              <a:gd name="connsiteY4" fmla="*/ 0 h 2244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3540" h="2244917">
                <a:moveTo>
                  <a:pt x="3664154" y="0"/>
                </a:moveTo>
                <a:lnTo>
                  <a:pt x="3873540" y="117302"/>
                </a:lnTo>
                <a:lnTo>
                  <a:pt x="400846" y="2244917"/>
                </a:lnTo>
                <a:lnTo>
                  <a:pt x="0" y="2244917"/>
                </a:lnTo>
                <a:lnTo>
                  <a:pt x="366415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98E18F-89EC-4876-B08A-748CA06BAEA1}"/>
              </a:ext>
            </a:extLst>
          </p:cNvPr>
          <p:cNvSpPr/>
          <p:nvPr/>
        </p:nvSpPr>
        <p:spPr>
          <a:xfrm>
            <a:off x="6789456" y="3349125"/>
            <a:ext cx="4968363" cy="269636"/>
          </a:xfrm>
          <a:custGeom>
            <a:avLst/>
            <a:gdLst>
              <a:gd name="connsiteX0" fmla="*/ 4968363 w 4968363"/>
              <a:gd name="connsiteY0" fmla="*/ 0 h 269636"/>
              <a:gd name="connsiteX1" fmla="*/ 4968363 w 4968363"/>
              <a:gd name="connsiteY1" fmla="*/ 209426 h 269636"/>
              <a:gd name="connsiteX2" fmla="*/ 316617 w 4968363"/>
              <a:gd name="connsiteY2" fmla="*/ 269636 h 269636"/>
              <a:gd name="connsiteX3" fmla="*/ 0 w 4968363"/>
              <a:gd name="connsiteY3" fmla="*/ 92261 h 269636"/>
              <a:gd name="connsiteX4" fmla="*/ 46610 w 4968363"/>
              <a:gd name="connsiteY4" fmla="*/ 63705 h 269636"/>
              <a:gd name="connsiteX5" fmla="*/ 4968363 w 4968363"/>
              <a:gd name="connsiteY5" fmla="*/ 0 h 26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363" h="269636">
                <a:moveTo>
                  <a:pt x="4968363" y="0"/>
                </a:moveTo>
                <a:lnTo>
                  <a:pt x="4968363" y="209426"/>
                </a:lnTo>
                <a:lnTo>
                  <a:pt x="316617" y="269636"/>
                </a:lnTo>
                <a:lnTo>
                  <a:pt x="0" y="92261"/>
                </a:lnTo>
                <a:lnTo>
                  <a:pt x="46610" y="63705"/>
                </a:lnTo>
                <a:lnTo>
                  <a:pt x="496836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5A54EDF-DE78-4A52-8903-184C0C88B384}"/>
              </a:ext>
            </a:extLst>
          </p:cNvPr>
          <p:cNvSpPr/>
          <p:nvPr/>
        </p:nvSpPr>
        <p:spPr>
          <a:xfrm>
            <a:off x="901131" y="3419485"/>
            <a:ext cx="5474288" cy="279590"/>
          </a:xfrm>
          <a:custGeom>
            <a:avLst/>
            <a:gdLst>
              <a:gd name="connsiteX0" fmla="*/ 5420772 w 5474288"/>
              <a:gd name="connsiteY0" fmla="*/ 0 h 279590"/>
              <a:gd name="connsiteX1" fmla="*/ 5474288 w 5474288"/>
              <a:gd name="connsiteY1" fmla="*/ 29981 h 279590"/>
              <a:gd name="connsiteX2" fmla="*/ 5176232 w 5474288"/>
              <a:gd name="connsiteY2" fmla="*/ 212591 h 279590"/>
              <a:gd name="connsiteX3" fmla="*/ 0 w 5474288"/>
              <a:gd name="connsiteY3" fmla="*/ 279590 h 279590"/>
              <a:gd name="connsiteX4" fmla="*/ 0 w 5474288"/>
              <a:gd name="connsiteY4" fmla="*/ 70164 h 279590"/>
              <a:gd name="connsiteX5" fmla="*/ 5420772 w 5474288"/>
              <a:gd name="connsiteY5" fmla="*/ 0 h 27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4288" h="279590">
                <a:moveTo>
                  <a:pt x="5420772" y="0"/>
                </a:moveTo>
                <a:lnTo>
                  <a:pt x="5474288" y="29981"/>
                </a:lnTo>
                <a:lnTo>
                  <a:pt x="5176232" y="212591"/>
                </a:lnTo>
                <a:lnTo>
                  <a:pt x="0" y="279590"/>
                </a:lnTo>
                <a:lnTo>
                  <a:pt x="0" y="70164"/>
                </a:lnTo>
                <a:lnTo>
                  <a:pt x="54207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6ACFA49-44ED-4F53-9361-60CA057390EA}"/>
              </a:ext>
            </a:extLst>
          </p:cNvPr>
          <p:cNvSpPr/>
          <p:nvPr/>
        </p:nvSpPr>
        <p:spPr>
          <a:xfrm>
            <a:off x="901131" y="1506433"/>
            <a:ext cx="5420772" cy="1983216"/>
          </a:xfrm>
          <a:custGeom>
            <a:avLst/>
            <a:gdLst>
              <a:gd name="connsiteX0" fmla="*/ 335162 w 5420772"/>
              <a:gd name="connsiteY0" fmla="*/ 0 h 1983216"/>
              <a:gd name="connsiteX1" fmla="*/ 2005950 w 5420772"/>
              <a:gd name="connsiteY1" fmla="*/ 0 h 1983216"/>
              <a:gd name="connsiteX2" fmla="*/ 5420772 w 5420772"/>
              <a:gd name="connsiteY2" fmla="*/ 1913052 h 1983216"/>
              <a:gd name="connsiteX3" fmla="*/ 0 w 5420772"/>
              <a:gd name="connsiteY3" fmla="*/ 1983216 h 1983216"/>
              <a:gd name="connsiteX4" fmla="*/ 0 w 5420772"/>
              <a:gd name="connsiteY4" fmla="*/ 335162 h 1983216"/>
              <a:gd name="connsiteX5" fmla="*/ 335162 w 5420772"/>
              <a:gd name="connsiteY5" fmla="*/ 0 h 198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20772" h="1983216">
                <a:moveTo>
                  <a:pt x="335162" y="0"/>
                </a:moveTo>
                <a:lnTo>
                  <a:pt x="2005950" y="0"/>
                </a:lnTo>
                <a:lnTo>
                  <a:pt x="5420772" y="1913052"/>
                </a:lnTo>
                <a:lnTo>
                  <a:pt x="0" y="1983216"/>
                </a:lnTo>
                <a:lnTo>
                  <a:pt x="0" y="335162"/>
                </a:lnTo>
                <a:cubicBezTo>
                  <a:pt x="0" y="150057"/>
                  <a:pt x="150057" y="0"/>
                  <a:pt x="33516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5A667B9-7EC9-48D5-B1F3-C789C0917003}"/>
              </a:ext>
            </a:extLst>
          </p:cNvPr>
          <p:cNvSpPr/>
          <p:nvPr/>
        </p:nvSpPr>
        <p:spPr>
          <a:xfrm>
            <a:off x="6836066" y="1506434"/>
            <a:ext cx="4921753" cy="1906397"/>
          </a:xfrm>
          <a:custGeom>
            <a:avLst/>
            <a:gdLst>
              <a:gd name="connsiteX0" fmla="*/ 3111620 w 4921753"/>
              <a:gd name="connsiteY0" fmla="*/ 0 h 1906397"/>
              <a:gd name="connsiteX1" fmla="*/ 4586591 w 4921753"/>
              <a:gd name="connsiteY1" fmla="*/ 0 h 1906397"/>
              <a:gd name="connsiteX2" fmla="*/ 4921753 w 4921753"/>
              <a:gd name="connsiteY2" fmla="*/ 335162 h 1906397"/>
              <a:gd name="connsiteX3" fmla="*/ 4921753 w 4921753"/>
              <a:gd name="connsiteY3" fmla="*/ 1842692 h 1906397"/>
              <a:gd name="connsiteX4" fmla="*/ 0 w 4921753"/>
              <a:gd name="connsiteY4" fmla="*/ 1906397 h 1906397"/>
              <a:gd name="connsiteX5" fmla="*/ 3111620 w 4921753"/>
              <a:gd name="connsiteY5" fmla="*/ 0 h 19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1753" h="1906397">
                <a:moveTo>
                  <a:pt x="3111620" y="0"/>
                </a:moveTo>
                <a:lnTo>
                  <a:pt x="4586591" y="0"/>
                </a:lnTo>
                <a:cubicBezTo>
                  <a:pt x="4771696" y="0"/>
                  <a:pt x="4921753" y="150057"/>
                  <a:pt x="4921753" y="335162"/>
                </a:cubicBezTo>
                <a:lnTo>
                  <a:pt x="4921753" y="1842692"/>
                </a:lnTo>
                <a:lnTo>
                  <a:pt x="0" y="1906397"/>
                </a:lnTo>
                <a:lnTo>
                  <a:pt x="311162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2B739FD-7E34-41C8-ADFC-51F1DA4E1FC3}"/>
              </a:ext>
            </a:extLst>
          </p:cNvPr>
          <p:cNvSpPr/>
          <p:nvPr/>
        </p:nvSpPr>
        <p:spPr>
          <a:xfrm>
            <a:off x="6077364" y="3412830"/>
            <a:ext cx="1028709" cy="219246"/>
          </a:xfrm>
          <a:custGeom>
            <a:avLst/>
            <a:gdLst>
              <a:gd name="connsiteX0" fmla="*/ 758702 w 1028709"/>
              <a:gd name="connsiteY0" fmla="*/ 0 h 219246"/>
              <a:gd name="connsiteX1" fmla="*/ 712092 w 1028709"/>
              <a:gd name="connsiteY1" fmla="*/ 28556 h 219246"/>
              <a:gd name="connsiteX2" fmla="*/ 1028709 w 1028709"/>
              <a:gd name="connsiteY2" fmla="*/ 205931 h 219246"/>
              <a:gd name="connsiteX3" fmla="*/ 0 w 1028709"/>
              <a:gd name="connsiteY3" fmla="*/ 219246 h 219246"/>
              <a:gd name="connsiteX4" fmla="*/ 298056 w 1028709"/>
              <a:gd name="connsiteY4" fmla="*/ 36636 h 219246"/>
              <a:gd name="connsiteX5" fmla="*/ 244540 w 1028709"/>
              <a:gd name="connsiteY5" fmla="*/ 6655 h 219246"/>
              <a:gd name="connsiteX6" fmla="*/ 758702 w 1028709"/>
              <a:gd name="connsiteY6" fmla="*/ 0 h 219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9" h="219246">
                <a:moveTo>
                  <a:pt x="758702" y="0"/>
                </a:moveTo>
                <a:lnTo>
                  <a:pt x="712092" y="28556"/>
                </a:lnTo>
                <a:lnTo>
                  <a:pt x="1028709" y="205931"/>
                </a:lnTo>
                <a:lnTo>
                  <a:pt x="0" y="219246"/>
                </a:lnTo>
                <a:lnTo>
                  <a:pt x="298056" y="36636"/>
                </a:lnTo>
                <a:lnTo>
                  <a:pt x="244540" y="6655"/>
                </a:lnTo>
                <a:lnTo>
                  <a:pt x="758702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40C46AB-67C7-4422-B8A0-354D3E19C1E5}"/>
              </a:ext>
            </a:extLst>
          </p:cNvPr>
          <p:cNvSpPr/>
          <p:nvPr/>
        </p:nvSpPr>
        <p:spPr>
          <a:xfrm>
            <a:off x="7106072" y="3558551"/>
            <a:ext cx="4651746" cy="2135832"/>
          </a:xfrm>
          <a:custGeom>
            <a:avLst/>
            <a:gdLst>
              <a:gd name="connsiteX0" fmla="*/ 4651746 w 4651746"/>
              <a:gd name="connsiteY0" fmla="*/ 0 h 2135832"/>
              <a:gd name="connsiteX1" fmla="*/ 4651746 w 4651746"/>
              <a:gd name="connsiteY1" fmla="*/ 1800670 h 2135832"/>
              <a:gd name="connsiteX2" fmla="*/ 4316584 w 4651746"/>
              <a:gd name="connsiteY2" fmla="*/ 2135832 h 2135832"/>
              <a:gd name="connsiteX3" fmla="*/ 3705010 w 4651746"/>
              <a:gd name="connsiteY3" fmla="*/ 2135832 h 2135832"/>
              <a:gd name="connsiteX4" fmla="*/ 0 w 4651746"/>
              <a:gd name="connsiteY4" fmla="*/ 60210 h 2135832"/>
              <a:gd name="connsiteX5" fmla="*/ 4651746 w 4651746"/>
              <a:gd name="connsiteY5" fmla="*/ 0 h 213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1746" h="2135832">
                <a:moveTo>
                  <a:pt x="4651746" y="0"/>
                </a:moveTo>
                <a:lnTo>
                  <a:pt x="4651746" y="1800670"/>
                </a:lnTo>
                <a:cubicBezTo>
                  <a:pt x="4651746" y="1985775"/>
                  <a:pt x="4501689" y="2135832"/>
                  <a:pt x="4316584" y="2135832"/>
                </a:cubicBezTo>
                <a:lnTo>
                  <a:pt x="3705010" y="2135832"/>
                </a:lnTo>
                <a:lnTo>
                  <a:pt x="0" y="60210"/>
                </a:lnTo>
                <a:lnTo>
                  <a:pt x="465174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E9D1B0B-C155-4FC6-84C8-6C0880ED34F9}"/>
              </a:ext>
            </a:extLst>
          </p:cNvPr>
          <p:cNvSpPr/>
          <p:nvPr/>
        </p:nvSpPr>
        <p:spPr>
          <a:xfrm>
            <a:off x="901131" y="3632077"/>
            <a:ext cx="5176232" cy="2062307"/>
          </a:xfrm>
          <a:custGeom>
            <a:avLst/>
            <a:gdLst>
              <a:gd name="connsiteX0" fmla="*/ 5176232 w 5176232"/>
              <a:gd name="connsiteY0" fmla="*/ 0 h 2062307"/>
              <a:gd name="connsiteX1" fmla="*/ 1810134 w 5176232"/>
              <a:gd name="connsiteY1" fmla="*/ 2062307 h 2062307"/>
              <a:gd name="connsiteX2" fmla="*/ 335162 w 5176232"/>
              <a:gd name="connsiteY2" fmla="*/ 2062307 h 2062307"/>
              <a:gd name="connsiteX3" fmla="*/ 0 w 5176232"/>
              <a:gd name="connsiteY3" fmla="*/ 1727145 h 2062307"/>
              <a:gd name="connsiteX4" fmla="*/ 0 w 5176232"/>
              <a:gd name="connsiteY4" fmla="*/ 66999 h 2062307"/>
              <a:gd name="connsiteX5" fmla="*/ 5176232 w 5176232"/>
              <a:gd name="connsiteY5" fmla="*/ 0 h 2062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76232" h="2062307">
                <a:moveTo>
                  <a:pt x="5176232" y="0"/>
                </a:moveTo>
                <a:lnTo>
                  <a:pt x="1810134" y="2062307"/>
                </a:lnTo>
                <a:lnTo>
                  <a:pt x="335162" y="2062307"/>
                </a:lnTo>
                <a:cubicBezTo>
                  <a:pt x="150057" y="2062307"/>
                  <a:pt x="0" y="1912250"/>
                  <a:pt x="0" y="1727145"/>
                </a:cubicBezTo>
                <a:lnTo>
                  <a:pt x="0" y="66999"/>
                </a:lnTo>
                <a:lnTo>
                  <a:pt x="5176232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A3EFA58-0B26-4CB5-B87C-FB2CDE395C88}"/>
              </a:ext>
            </a:extLst>
          </p:cNvPr>
          <p:cNvSpPr/>
          <p:nvPr/>
        </p:nvSpPr>
        <p:spPr>
          <a:xfrm>
            <a:off x="3335541" y="1506434"/>
            <a:ext cx="6211296" cy="1817651"/>
          </a:xfrm>
          <a:custGeom>
            <a:avLst/>
            <a:gdLst>
              <a:gd name="connsiteX0" fmla="*/ 0 w 6211296"/>
              <a:gd name="connsiteY0" fmla="*/ 0 h 1817651"/>
              <a:gd name="connsiteX1" fmla="*/ 6211296 w 6211296"/>
              <a:gd name="connsiteY1" fmla="*/ 0 h 1817651"/>
              <a:gd name="connsiteX2" fmla="*/ 3244527 w 6211296"/>
              <a:gd name="connsiteY2" fmla="*/ 1817651 h 1817651"/>
              <a:gd name="connsiteX3" fmla="*/ 0 w 6211296"/>
              <a:gd name="connsiteY3" fmla="*/ 0 h 181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1296" h="1817651">
                <a:moveTo>
                  <a:pt x="0" y="0"/>
                </a:moveTo>
                <a:lnTo>
                  <a:pt x="6211296" y="0"/>
                </a:lnTo>
                <a:lnTo>
                  <a:pt x="3244527" y="181765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DAB817A-7D17-4A51-9C86-93A32741B839}"/>
              </a:ext>
            </a:extLst>
          </p:cNvPr>
          <p:cNvSpPr/>
          <p:nvPr/>
        </p:nvSpPr>
        <p:spPr>
          <a:xfrm>
            <a:off x="6375420" y="3324084"/>
            <a:ext cx="414035" cy="242684"/>
          </a:xfrm>
          <a:custGeom>
            <a:avLst/>
            <a:gdLst>
              <a:gd name="connsiteX0" fmla="*/ 204649 w 414035"/>
              <a:gd name="connsiteY0" fmla="*/ 0 h 242684"/>
              <a:gd name="connsiteX1" fmla="*/ 414035 w 414035"/>
              <a:gd name="connsiteY1" fmla="*/ 117302 h 242684"/>
              <a:gd name="connsiteX2" fmla="*/ 209386 w 414035"/>
              <a:gd name="connsiteY2" fmla="*/ 242684 h 242684"/>
              <a:gd name="connsiteX3" fmla="*/ 0 w 414035"/>
              <a:gd name="connsiteY3" fmla="*/ 125382 h 242684"/>
              <a:gd name="connsiteX4" fmla="*/ 204649 w 414035"/>
              <a:gd name="connsiteY4" fmla="*/ 0 h 2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035" h="242684">
                <a:moveTo>
                  <a:pt x="204649" y="0"/>
                </a:moveTo>
                <a:lnTo>
                  <a:pt x="414035" y="117302"/>
                </a:lnTo>
                <a:lnTo>
                  <a:pt x="209386" y="242684"/>
                </a:lnTo>
                <a:lnTo>
                  <a:pt x="0" y="125382"/>
                </a:lnTo>
                <a:lnTo>
                  <a:pt x="20464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4BCAEC0-FB90-4B1A-9BCD-42E786C3793E}"/>
              </a:ext>
            </a:extLst>
          </p:cNvPr>
          <p:cNvSpPr/>
          <p:nvPr/>
        </p:nvSpPr>
        <p:spPr>
          <a:xfrm>
            <a:off x="3112111" y="3566769"/>
            <a:ext cx="7270512" cy="2127615"/>
          </a:xfrm>
          <a:custGeom>
            <a:avLst/>
            <a:gdLst>
              <a:gd name="connsiteX0" fmla="*/ 3472694 w 7270512"/>
              <a:gd name="connsiteY0" fmla="*/ 0 h 2127615"/>
              <a:gd name="connsiteX1" fmla="*/ 7270512 w 7270512"/>
              <a:gd name="connsiteY1" fmla="*/ 2127615 h 2127615"/>
              <a:gd name="connsiteX2" fmla="*/ 0 w 7270512"/>
              <a:gd name="connsiteY2" fmla="*/ 2127615 h 2127615"/>
              <a:gd name="connsiteX3" fmla="*/ 3472694 w 7270512"/>
              <a:gd name="connsiteY3" fmla="*/ 0 h 212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0512" h="2127615">
                <a:moveTo>
                  <a:pt x="3472694" y="0"/>
                </a:moveTo>
                <a:lnTo>
                  <a:pt x="7270512" y="2127615"/>
                </a:lnTo>
                <a:lnTo>
                  <a:pt x="0" y="2127615"/>
                </a:lnTo>
                <a:lnTo>
                  <a:pt x="3472694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3A929FC-291D-449E-B8C1-E4F13117692A}"/>
              </a:ext>
            </a:extLst>
          </p:cNvPr>
          <p:cNvGrpSpPr/>
          <p:nvPr/>
        </p:nvGrpSpPr>
        <p:grpSpPr>
          <a:xfrm>
            <a:off x="3741619" y="1011065"/>
            <a:ext cx="5215393" cy="5215391"/>
            <a:chOff x="938003" y="964546"/>
            <a:chExt cx="4458156" cy="4458154"/>
          </a:xfrm>
          <a:solidFill>
            <a:schemeClr val="tx1">
              <a:alpha val="29000"/>
            </a:schemeClr>
          </a:solidFill>
          <a:scene3d>
            <a:camera prst="perspectiveRelaxed" fov="2100000">
              <a:rot lat="18873598" lon="0" rev="0"/>
            </a:camera>
            <a:lightRig rig="twoPt" dir="t"/>
          </a:scene3d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7B72C5-8B87-4A0F-9FA0-C198F3CE872E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44BED1-69EB-433F-918E-EECF5C740533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B59A743-7295-42BD-8C03-9920D6C47E0C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F7CD82C-440C-4B0B-9660-5DA8A1FCFC51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C41BCED-6039-48EE-93C6-8A16CE22B71C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5141324-FE6C-43D2-8804-C8ED33C1ADB1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0014995-D36D-4427-B87D-99892A04753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E28A890-F258-46E3-B7C8-673682D4E6EA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7FE9F4-7C9B-474C-BCC4-BE2F4FA78C66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227FA-D344-4C4E-8E29-7925490059C7}"/>
              </a:ext>
            </a:extLst>
          </p:cNvPr>
          <p:cNvGrpSpPr/>
          <p:nvPr/>
        </p:nvGrpSpPr>
        <p:grpSpPr>
          <a:xfrm>
            <a:off x="3721778" y="474208"/>
            <a:ext cx="5215393" cy="5215391"/>
            <a:chOff x="938003" y="964546"/>
            <a:chExt cx="4458156" cy="4458154"/>
          </a:xfrm>
          <a:scene3d>
            <a:camera prst="perspectiveRelaxed" fov="2100000">
              <a:rot lat="18873598" lon="0" rev="0"/>
            </a:camera>
            <a:lightRig rig="twoPt" dir="t"/>
          </a:scene3d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4BE359-3B6F-4FBC-AE94-211365FA8610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3733287-008B-4212-B9AD-0D1C9A21AC69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FCF7566-DEFC-4D57-949C-D8165AC04C7F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07DDD46-3F49-436C-9CEA-5A942FB41628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651BE1-0FFC-405B-9E1D-802701D9B336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solidFill>
              <a:srgbClr val="F7B428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9703CB-B1FD-4720-A39E-5FFECA047590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9394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0A6A27-939B-4684-8205-A702D9A2EBC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525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A0F0CF8-A44B-4C7D-8D18-AEAD56F093B4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DA6A96-F6C0-42A8-ADB5-5496F7E9049D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155B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9" name="Diamond 58">
            <a:extLst>
              <a:ext uri="{FF2B5EF4-FFF2-40B4-BE49-F238E27FC236}">
                <a16:creationId xmlns:a16="http://schemas.microsoft.com/office/drawing/2014/main" id="{EF89A5B6-2155-4644-BFDE-E4E3F4F02C80}"/>
              </a:ext>
            </a:extLst>
          </p:cNvPr>
          <p:cNvSpPr/>
          <p:nvPr/>
        </p:nvSpPr>
        <p:spPr>
          <a:xfrm>
            <a:off x="5217773" y="2344403"/>
            <a:ext cx="2259154" cy="1579467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653234-AEB2-47FE-82EB-B9FB59414F27}"/>
              </a:ext>
            </a:extLst>
          </p:cNvPr>
          <p:cNvSpPr txBox="1"/>
          <p:nvPr/>
        </p:nvSpPr>
        <p:spPr>
          <a:xfrm>
            <a:off x="5690585" y="2979061"/>
            <a:ext cx="1390294" cy="37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Futura Hv BT" panose="020B0702020204020204" pitchFamily="34" charset="0"/>
              </a:rPr>
              <a:t>HEADLINE</a:t>
            </a:r>
          </a:p>
        </p:txBody>
      </p:sp>
      <p:pic>
        <p:nvPicPr>
          <p:cNvPr id="63" name="Graphic 62" descr="Bullseye">
            <a:extLst>
              <a:ext uri="{FF2B5EF4-FFF2-40B4-BE49-F238E27FC236}">
                <a16:creationId xmlns:a16="http://schemas.microsoft.com/office/drawing/2014/main" id="{4A212828-F50C-4271-B72D-D343F0F05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1751" y="2735591"/>
            <a:ext cx="548640" cy="548640"/>
          </a:xfrm>
          <a:prstGeom prst="rect">
            <a:avLst/>
          </a:prstGeom>
          <a:effectLst>
            <a:outerShdw blurRad="76200" dir="13500000" sx="115000" sy="115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65" name="Graphic 64" descr="Presentation with bar chart">
            <a:extLst>
              <a:ext uri="{FF2B5EF4-FFF2-40B4-BE49-F238E27FC236}">
                <a16:creationId xmlns:a16="http://schemas.microsoft.com/office/drawing/2014/main" id="{258978FC-8072-44D7-9258-10CECDDE9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6292" y="2783525"/>
            <a:ext cx="548640" cy="548640"/>
          </a:xfrm>
          <a:prstGeom prst="rect">
            <a:avLst/>
          </a:prstGeom>
          <a:effectLst>
            <a:outerShdw blurRad="76200" dir="13500000" sx="115000" sy="115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67" name="Graphic 66" descr="Lightbulb">
            <a:extLst>
              <a:ext uri="{FF2B5EF4-FFF2-40B4-BE49-F238E27FC236}">
                <a16:creationId xmlns:a16="http://schemas.microsoft.com/office/drawing/2014/main" id="{E3D48A3D-C31E-4A1D-BFF2-361E2D2BAE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5316" y="1394212"/>
            <a:ext cx="548640" cy="548640"/>
          </a:xfrm>
          <a:prstGeom prst="rect">
            <a:avLst/>
          </a:prstGeom>
          <a:effectLst>
            <a:outerShdw blurRad="76200" dist="38100" dir="8040000" sx="96000" sy="96000" kx="1200000" algn="br" rotWithShape="0">
              <a:prstClr val="black">
                <a:alpha val="38000"/>
              </a:prstClr>
            </a:outerShdw>
          </a:effectLst>
        </p:spPr>
      </p:pic>
      <p:pic>
        <p:nvPicPr>
          <p:cNvPr id="69" name="Graphic 68" descr="Single gear">
            <a:extLst>
              <a:ext uri="{FF2B5EF4-FFF2-40B4-BE49-F238E27FC236}">
                <a16:creationId xmlns:a16="http://schemas.microsoft.com/office/drawing/2014/main" id="{D5B4F8EC-0C6F-4CC8-BA7B-3D24CEC02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55458" y="4535881"/>
            <a:ext cx="548640" cy="548640"/>
          </a:xfrm>
          <a:prstGeom prst="rect">
            <a:avLst/>
          </a:prstGeom>
          <a:effectLst>
            <a:outerShdw blurRad="76200" dir="13500000" sx="115000" sy="115000" kx="1200000" algn="br" rotWithShape="0">
              <a:prstClr val="black">
                <a:alpha val="38000"/>
              </a:prstClr>
            </a:outerShdw>
          </a:effectLst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C3DC576-61E7-42AD-B9C8-1F914379D825}"/>
              </a:ext>
            </a:extLst>
          </p:cNvPr>
          <p:cNvSpPr txBox="1"/>
          <p:nvPr/>
        </p:nvSpPr>
        <p:spPr>
          <a:xfrm>
            <a:off x="1189214" y="1911760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C35A2C-0F63-4E88-920A-68D5C5F1FCA3}"/>
              </a:ext>
            </a:extLst>
          </p:cNvPr>
          <p:cNvSpPr txBox="1"/>
          <p:nvPr/>
        </p:nvSpPr>
        <p:spPr>
          <a:xfrm>
            <a:off x="1223554" y="2207894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0AB337-A3A2-4FC6-A293-91204A1EEA29}"/>
              </a:ext>
            </a:extLst>
          </p:cNvPr>
          <p:cNvSpPr txBox="1"/>
          <p:nvPr/>
        </p:nvSpPr>
        <p:spPr>
          <a:xfrm>
            <a:off x="1167608" y="4006371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94CC00-9C5C-4504-8901-3C375A0337CB}"/>
              </a:ext>
            </a:extLst>
          </p:cNvPr>
          <p:cNvSpPr txBox="1"/>
          <p:nvPr/>
        </p:nvSpPr>
        <p:spPr>
          <a:xfrm>
            <a:off x="1201948" y="4302505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A47AFC-A972-4737-A578-8EDD555157D1}"/>
              </a:ext>
            </a:extLst>
          </p:cNvPr>
          <p:cNvSpPr txBox="1"/>
          <p:nvPr/>
        </p:nvSpPr>
        <p:spPr>
          <a:xfrm>
            <a:off x="9629996" y="3854750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5EB8332-0AC9-4C01-9F98-1118DC63A06E}"/>
              </a:ext>
            </a:extLst>
          </p:cNvPr>
          <p:cNvSpPr txBox="1"/>
          <p:nvPr/>
        </p:nvSpPr>
        <p:spPr>
          <a:xfrm>
            <a:off x="9629996" y="4150884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077F4F2-978F-4918-B619-B3B8140D95EE}"/>
              </a:ext>
            </a:extLst>
          </p:cNvPr>
          <p:cNvSpPr txBox="1"/>
          <p:nvPr/>
        </p:nvSpPr>
        <p:spPr>
          <a:xfrm>
            <a:off x="9629996" y="1923522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AF266D-6E03-47A1-8D73-069FC80C2107}"/>
              </a:ext>
            </a:extLst>
          </p:cNvPr>
          <p:cNvSpPr txBox="1"/>
          <p:nvPr/>
        </p:nvSpPr>
        <p:spPr>
          <a:xfrm>
            <a:off x="9629996" y="2219656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</p:spTree>
    <p:extLst>
      <p:ext uri="{BB962C8B-B14F-4D97-AF65-F5344CB8AC3E}">
        <p14:creationId xmlns:p14="http://schemas.microsoft.com/office/powerpoint/2010/main" val="110419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F214EDE-C16B-4D83-BAE8-EE8287CC3A53}"/>
              </a:ext>
            </a:extLst>
          </p:cNvPr>
          <p:cNvSpPr/>
          <p:nvPr/>
        </p:nvSpPr>
        <p:spPr>
          <a:xfrm>
            <a:off x="2907082" y="1506434"/>
            <a:ext cx="3672987" cy="1943033"/>
          </a:xfrm>
          <a:custGeom>
            <a:avLst/>
            <a:gdLst>
              <a:gd name="connsiteX0" fmla="*/ 0 w 3672987"/>
              <a:gd name="connsiteY0" fmla="*/ 0 h 1943033"/>
              <a:gd name="connsiteX1" fmla="*/ 428460 w 3672987"/>
              <a:gd name="connsiteY1" fmla="*/ 0 h 1943033"/>
              <a:gd name="connsiteX2" fmla="*/ 3672987 w 3672987"/>
              <a:gd name="connsiteY2" fmla="*/ 1817651 h 1943033"/>
              <a:gd name="connsiteX3" fmla="*/ 3468338 w 3672987"/>
              <a:gd name="connsiteY3" fmla="*/ 1943033 h 1943033"/>
              <a:gd name="connsiteX4" fmla="*/ 0 w 3672987"/>
              <a:gd name="connsiteY4" fmla="*/ 0 h 1943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72987" h="1943033">
                <a:moveTo>
                  <a:pt x="0" y="0"/>
                </a:moveTo>
                <a:lnTo>
                  <a:pt x="428460" y="0"/>
                </a:lnTo>
                <a:lnTo>
                  <a:pt x="3672987" y="1817651"/>
                </a:lnTo>
                <a:lnTo>
                  <a:pt x="3468338" y="194303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830FF458-0890-4FFE-8C6D-71C50BE7F57C}"/>
              </a:ext>
            </a:extLst>
          </p:cNvPr>
          <p:cNvSpPr/>
          <p:nvPr/>
        </p:nvSpPr>
        <p:spPr>
          <a:xfrm>
            <a:off x="6580068" y="1506434"/>
            <a:ext cx="3367616" cy="1934953"/>
          </a:xfrm>
          <a:custGeom>
            <a:avLst/>
            <a:gdLst>
              <a:gd name="connsiteX0" fmla="*/ 2966769 w 3367616"/>
              <a:gd name="connsiteY0" fmla="*/ 0 h 1934953"/>
              <a:gd name="connsiteX1" fmla="*/ 3367616 w 3367616"/>
              <a:gd name="connsiteY1" fmla="*/ 0 h 1934953"/>
              <a:gd name="connsiteX2" fmla="*/ 209386 w 3367616"/>
              <a:gd name="connsiteY2" fmla="*/ 1934953 h 1934953"/>
              <a:gd name="connsiteX3" fmla="*/ 0 w 3367616"/>
              <a:gd name="connsiteY3" fmla="*/ 1817651 h 1934953"/>
              <a:gd name="connsiteX4" fmla="*/ 2966769 w 3367616"/>
              <a:gd name="connsiteY4" fmla="*/ 0 h 1934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67616" h="1934953">
                <a:moveTo>
                  <a:pt x="2966769" y="0"/>
                </a:moveTo>
                <a:lnTo>
                  <a:pt x="3367616" y="0"/>
                </a:lnTo>
                <a:lnTo>
                  <a:pt x="209386" y="1934953"/>
                </a:lnTo>
                <a:lnTo>
                  <a:pt x="0" y="1817651"/>
                </a:lnTo>
                <a:lnTo>
                  <a:pt x="296676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4392CF7-3FEC-49F5-8180-16AFA0E6346E}"/>
              </a:ext>
            </a:extLst>
          </p:cNvPr>
          <p:cNvSpPr/>
          <p:nvPr/>
        </p:nvSpPr>
        <p:spPr>
          <a:xfrm>
            <a:off x="6584805" y="3441387"/>
            <a:ext cx="4226276" cy="2252997"/>
          </a:xfrm>
          <a:custGeom>
            <a:avLst/>
            <a:gdLst>
              <a:gd name="connsiteX0" fmla="*/ 204649 w 4226276"/>
              <a:gd name="connsiteY0" fmla="*/ 0 h 2252997"/>
              <a:gd name="connsiteX1" fmla="*/ 4226276 w 4226276"/>
              <a:gd name="connsiteY1" fmla="*/ 2252997 h 2252997"/>
              <a:gd name="connsiteX2" fmla="*/ 3797818 w 4226276"/>
              <a:gd name="connsiteY2" fmla="*/ 2252997 h 2252997"/>
              <a:gd name="connsiteX3" fmla="*/ 0 w 4226276"/>
              <a:gd name="connsiteY3" fmla="*/ 125382 h 2252997"/>
              <a:gd name="connsiteX4" fmla="*/ 204649 w 4226276"/>
              <a:gd name="connsiteY4" fmla="*/ 0 h 2252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276" h="2252997">
                <a:moveTo>
                  <a:pt x="204649" y="0"/>
                </a:moveTo>
                <a:lnTo>
                  <a:pt x="4226276" y="2252997"/>
                </a:lnTo>
                <a:lnTo>
                  <a:pt x="3797818" y="2252997"/>
                </a:lnTo>
                <a:lnTo>
                  <a:pt x="0" y="125382"/>
                </a:lnTo>
                <a:lnTo>
                  <a:pt x="20464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2D9E40D-BF94-48C3-BC31-4FC6603A1026}"/>
              </a:ext>
            </a:extLst>
          </p:cNvPr>
          <p:cNvSpPr/>
          <p:nvPr/>
        </p:nvSpPr>
        <p:spPr>
          <a:xfrm>
            <a:off x="2711265" y="3449467"/>
            <a:ext cx="3873540" cy="2244917"/>
          </a:xfrm>
          <a:custGeom>
            <a:avLst/>
            <a:gdLst>
              <a:gd name="connsiteX0" fmla="*/ 3664154 w 3873540"/>
              <a:gd name="connsiteY0" fmla="*/ 0 h 2244917"/>
              <a:gd name="connsiteX1" fmla="*/ 3873540 w 3873540"/>
              <a:gd name="connsiteY1" fmla="*/ 117302 h 2244917"/>
              <a:gd name="connsiteX2" fmla="*/ 400846 w 3873540"/>
              <a:gd name="connsiteY2" fmla="*/ 2244917 h 2244917"/>
              <a:gd name="connsiteX3" fmla="*/ 0 w 3873540"/>
              <a:gd name="connsiteY3" fmla="*/ 2244917 h 2244917"/>
              <a:gd name="connsiteX4" fmla="*/ 3664154 w 3873540"/>
              <a:gd name="connsiteY4" fmla="*/ 0 h 2244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73540" h="2244917">
                <a:moveTo>
                  <a:pt x="3664154" y="0"/>
                </a:moveTo>
                <a:lnTo>
                  <a:pt x="3873540" y="117302"/>
                </a:lnTo>
                <a:lnTo>
                  <a:pt x="400846" y="2244917"/>
                </a:lnTo>
                <a:lnTo>
                  <a:pt x="0" y="2244917"/>
                </a:lnTo>
                <a:lnTo>
                  <a:pt x="366415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A998E18F-89EC-4876-B08A-748CA06BAEA1}"/>
              </a:ext>
            </a:extLst>
          </p:cNvPr>
          <p:cNvSpPr/>
          <p:nvPr/>
        </p:nvSpPr>
        <p:spPr>
          <a:xfrm>
            <a:off x="6789456" y="3349125"/>
            <a:ext cx="4968363" cy="269636"/>
          </a:xfrm>
          <a:custGeom>
            <a:avLst/>
            <a:gdLst>
              <a:gd name="connsiteX0" fmla="*/ 4968363 w 4968363"/>
              <a:gd name="connsiteY0" fmla="*/ 0 h 269636"/>
              <a:gd name="connsiteX1" fmla="*/ 4968363 w 4968363"/>
              <a:gd name="connsiteY1" fmla="*/ 209426 h 269636"/>
              <a:gd name="connsiteX2" fmla="*/ 316617 w 4968363"/>
              <a:gd name="connsiteY2" fmla="*/ 269636 h 269636"/>
              <a:gd name="connsiteX3" fmla="*/ 0 w 4968363"/>
              <a:gd name="connsiteY3" fmla="*/ 92261 h 269636"/>
              <a:gd name="connsiteX4" fmla="*/ 46610 w 4968363"/>
              <a:gd name="connsiteY4" fmla="*/ 63705 h 269636"/>
              <a:gd name="connsiteX5" fmla="*/ 4968363 w 4968363"/>
              <a:gd name="connsiteY5" fmla="*/ 0 h 269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68363" h="269636">
                <a:moveTo>
                  <a:pt x="4968363" y="0"/>
                </a:moveTo>
                <a:lnTo>
                  <a:pt x="4968363" y="209426"/>
                </a:lnTo>
                <a:lnTo>
                  <a:pt x="316617" y="269636"/>
                </a:lnTo>
                <a:lnTo>
                  <a:pt x="0" y="92261"/>
                </a:lnTo>
                <a:lnTo>
                  <a:pt x="46610" y="63705"/>
                </a:lnTo>
                <a:lnTo>
                  <a:pt x="4968363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F5A54EDF-DE78-4A52-8903-184C0C88B384}"/>
              </a:ext>
            </a:extLst>
          </p:cNvPr>
          <p:cNvSpPr/>
          <p:nvPr/>
        </p:nvSpPr>
        <p:spPr>
          <a:xfrm>
            <a:off x="901131" y="3419485"/>
            <a:ext cx="5474288" cy="279590"/>
          </a:xfrm>
          <a:custGeom>
            <a:avLst/>
            <a:gdLst>
              <a:gd name="connsiteX0" fmla="*/ 5420772 w 5474288"/>
              <a:gd name="connsiteY0" fmla="*/ 0 h 279590"/>
              <a:gd name="connsiteX1" fmla="*/ 5474288 w 5474288"/>
              <a:gd name="connsiteY1" fmla="*/ 29981 h 279590"/>
              <a:gd name="connsiteX2" fmla="*/ 5176232 w 5474288"/>
              <a:gd name="connsiteY2" fmla="*/ 212591 h 279590"/>
              <a:gd name="connsiteX3" fmla="*/ 0 w 5474288"/>
              <a:gd name="connsiteY3" fmla="*/ 279590 h 279590"/>
              <a:gd name="connsiteX4" fmla="*/ 0 w 5474288"/>
              <a:gd name="connsiteY4" fmla="*/ 70164 h 279590"/>
              <a:gd name="connsiteX5" fmla="*/ 5420772 w 5474288"/>
              <a:gd name="connsiteY5" fmla="*/ 0 h 27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74288" h="279590">
                <a:moveTo>
                  <a:pt x="5420772" y="0"/>
                </a:moveTo>
                <a:lnTo>
                  <a:pt x="5474288" y="29981"/>
                </a:lnTo>
                <a:lnTo>
                  <a:pt x="5176232" y="212591"/>
                </a:lnTo>
                <a:lnTo>
                  <a:pt x="0" y="279590"/>
                </a:lnTo>
                <a:lnTo>
                  <a:pt x="0" y="70164"/>
                </a:lnTo>
                <a:lnTo>
                  <a:pt x="5420772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A6ACFA49-44ED-4F53-9361-60CA057390EA}"/>
              </a:ext>
            </a:extLst>
          </p:cNvPr>
          <p:cNvSpPr/>
          <p:nvPr/>
        </p:nvSpPr>
        <p:spPr>
          <a:xfrm>
            <a:off x="901131" y="1506433"/>
            <a:ext cx="5420772" cy="1983216"/>
          </a:xfrm>
          <a:custGeom>
            <a:avLst/>
            <a:gdLst>
              <a:gd name="connsiteX0" fmla="*/ 335162 w 5420772"/>
              <a:gd name="connsiteY0" fmla="*/ 0 h 1983216"/>
              <a:gd name="connsiteX1" fmla="*/ 2005950 w 5420772"/>
              <a:gd name="connsiteY1" fmla="*/ 0 h 1983216"/>
              <a:gd name="connsiteX2" fmla="*/ 5420772 w 5420772"/>
              <a:gd name="connsiteY2" fmla="*/ 1913052 h 1983216"/>
              <a:gd name="connsiteX3" fmla="*/ 0 w 5420772"/>
              <a:gd name="connsiteY3" fmla="*/ 1983216 h 1983216"/>
              <a:gd name="connsiteX4" fmla="*/ 0 w 5420772"/>
              <a:gd name="connsiteY4" fmla="*/ 335162 h 1983216"/>
              <a:gd name="connsiteX5" fmla="*/ 335162 w 5420772"/>
              <a:gd name="connsiteY5" fmla="*/ 0 h 1983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20772" h="1983216">
                <a:moveTo>
                  <a:pt x="335162" y="0"/>
                </a:moveTo>
                <a:lnTo>
                  <a:pt x="2005950" y="0"/>
                </a:lnTo>
                <a:lnTo>
                  <a:pt x="5420772" y="1913052"/>
                </a:lnTo>
                <a:lnTo>
                  <a:pt x="0" y="1983216"/>
                </a:lnTo>
                <a:lnTo>
                  <a:pt x="0" y="335162"/>
                </a:lnTo>
                <a:cubicBezTo>
                  <a:pt x="0" y="150057"/>
                  <a:pt x="150057" y="0"/>
                  <a:pt x="335162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A5A667B9-7EC9-48D5-B1F3-C789C0917003}"/>
              </a:ext>
            </a:extLst>
          </p:cNvPr>
          <p:cNvSpPr/>
          <p:nvPr/>
        </p:nvSpPr>
        <p:spPr>
          <a:xfrm>
            <a:off x="6836066" y="1506434"/>
            <a:ext cx="4921753" cy="1906397"/>
          </a:xfrm>
          <a:custGeom>
            <a:avLst/>
            <a:gdLst>
              <a:gd name="connsiteX0" fmla="*/ 3111620 w 4921753"/>
              <a:gd name="connsiteY0" fmla="*/ 0 h 1906397"/>
              <a:gd name="connsiteX1" fmla="*/ 4586591 w 4921753"/>
              <a:gd name="connsiteY1" fmla="*/ 0 h 1906397"/>
              <a:gd name="connsiteX2" fmla="*/ 4921753 w 4921753"/>
              <a:gd name="connsiteY2" fmla="*/ 335162 h 1906397"/>
              <a:gd name="connsiteX3" fmla="*/ 4921753 w 4921753"/>
              <a:gd name="connsiteY3" fmla="*/ 1842692 h 1906397"/>
              <a:gd name="connsiteX4" fmla="*/ 0 w 4921753"/>
              <a:gd name="connsiteY4" fmla="*/ 1906397 h 1906397"/>
              <a:gd name="connsiteX5" fmla="*/ 3111620 w 4921753"/>
              <a:gd name="connsiteY5" fmla="*/ 0 h 1906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1753" h="1906397">
                <a:moveTo>
                  <a:pt x="3111620" y="0"/>
                </a:moveTo>
                <a:lnTo>
                  <a:pt x="4586591" y="0"/>
                </a:lnTo>
                <a:cubicBezTo>
                  <a:pt x="4771696" y="0"/>
                  <a:pt x="4921753" y="150057"/>
                  <a:pt x="4921753" y="335162"/>
                </a:cubicBezTo>
                <a:lnTo>
                  <a:pt x="4921753" y="1842692"/>
                </a:lnTo>
                <a:lnTo>
                  <a:pt x="0" y="1906397"/>
                </a:lnTo>
                <a:lnTo>
                  <a:pt x="311162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02B739FD-7E34-41C8-ADFC-51F1DA4E1FC3}"/>
              </a:ext>
            </a:extLst>
          </p:cNvPr>
          <p:cNvSpPr/>
          <p:nvPr/>
        </p:nvSpPr>
        <p:spPr>
          <a:xfrm>
            <a:off x="6077364" y="3412830"/>
            <a:ext cx="1028709" cy="219246"/>
          </a:xfrm>
          <a:custGeom>
            <a:avLst/>
            <a:gdLst>
              <a:gd name="connsiteX0" fmla="*/ 758702 w 1028709"/>
              <a:gd name="connsiteY0" fmla="*/ 0 h 219246"/>
              <a:gd name="connsiteX1" fmla="*/ 712092 w 1028709"/>
              <a:gd name="connsiteY1" fmla="*/ 28556 h 219246"/>
              <a:gd name="connsiteX2" fmla="*/ 1028709 w 1028709"/>
              <a:gd name="connsiteY2" fmla="*/ 205931 h 219246"/>
              <a:gd name="connsiteX3" fmla="*/ 0 w 1028709"/>
              <a:gd name="connsiteY3" fmla="*/ 219246 h 219246"/>
              <a:gd name="connsiteX4" fmla="*/ 298056 w 1028709"/>
              <a:gd name="connsiteY4" fmla="*/ 36636 h 219246"/>
              <a:gd name="connsiteX5" fmla="*/ 244540 w 1028709"/>
              <a:gd name="connsiteY5" fmla="*/ 6655 h 219246"/>
              <a:gd name="connsiteX6" fmla="*/ 758702 w 1028709"/>
              <a:gd name="connsiteY6" fmla="*/ 0 h 219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28709" h="219246">
                <a:moveTo>
                  <a:pt x="758702" y="0"/>
                </a:moveTo>
                <a:lnTo>
                  <a:pt x="712092" y="28556"/>
                </a:lnTo>
                <a:lnTo>
                  <a:pt x="1028709" y="205931"/>
                </a:lnTo>
                <a:lnTo>
                  <a:pt x="0" y="219246"/>
                </a:lnTo>
                <a:lnTo>
                  <a:pt x="298056" y="36636"/>
                </a:lnTo>
                <a:lnTo>
                  <a:pt x="244540" y="6655"/>
                </a:lnTo>
                <a:lnTo>
                  <a:pt x="758702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40C46AB-67C7-4422-B8A0-354D3E19C1E5}"/>
              </a:ext>
            </a:extLst>
          </p:cNvPr>
          <p:cNvSpPr/>
          <p:nvPr/>
        </p:nvSpPr>
        <p:spPr>
          <a:xfrm>
            <a:off x="7106072" y="3558551"/>
            <a:ext cx="4651746" cy="2135832"/>
          </a:xfrm>
          <a:custGeom>
            <a:avLst/>
            <a:gdLst>
              <a:gd name="connsiteX0" fmla="*/ 4651746 w 4651746"/>
              <a:gd name="connsiteY0" fmla="*/ 0 h 2135832"/>
              <a:gd name="connsiteX1" fmla="*/ 4651746 w 4651746"/>
              <a:gd name="connsiteY1" fmla="*/ 1800670 h 2135832"/>
              <a:gd name="connsiteX2" fmla="*/ 4316584 w 4651746"/>
              <a:gd name="connsiteY2" fmla="*/ 2135832 h 2135832"/>
              <a:gd name="connsiteX3" fmla="*/ 3705010 w 4651746"/>
              <a:gd name="connsiteY3" fmla="*/ 2135832 h 2135832"/>
              <a:gd name="connsiteX4" fmla="*/ 0 w 4651746"/>
              <a:gd name="connsiteY4" fmla="*/ 60210 h 2135832"/>
              <a:gd name="connsiteX5" fmla="*/ 4651746 w 4651746"/>
              <a:gd name="connsiteY5" fmla="*/ 0 h 2135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1746" h="2135832">
                <a:moveTo>
                  <a:pt x="4651746" y="0"/>
                </a:moveTo>
                <a:lnTo>
                  <a:pt x="4651746" y="1800670"/>
                </a:lnTo>
                <a:cubicBezTo>
                  <a:pt x="4651746" y="1985775"/>
                  <a:pt x="4501689" y="2135832"/>
                  <a:pt x="4316584" y="2135832"/>
                </a:cubicBezTo>
                <a:lnTo>
                  <a:pt x="3705010" y="2135832"/>
                </a:lnTo>
                <a:lnTo>
                  <a:pt x="0" y="60210"/>
                </a:lnTo>
                <a:lnTo>
                  <a:pt x="4651746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E9D1B0B-C155-4FC6-84C8-6C0880ED34F9}"/>
              </a:ext>
            </a:extLst>
          </p:cNvPr>
          <p:cNvSpPr/>
          <p:nvPr/>
        </p:nvSpPr>
        <p:spPr>
          <a:xfrm>
            <a:off x="901131" y="3632077"/>
            <a:ext cx="5176232" cy="2062307"/>
          </a:xfrm>
          <a:custGeom>
            <a:avLst/>
            <a:gdLst>
              <a:gd name="connsiteX0" fmla="*/ 5176232 w 5176232"/>
              <a:gd name="connsiteY0" fmla="*/ 0 h 2062307"/>
              <a:gd name="connsiteX1" fmla="*/ 1810134 w 5176232"/>
              <a:gd name="connsiteY1" fmla="*/ 2062307 h 2062307"/>
              <a:gd name="connsiteX2" fmla="*/ 335162 w 5176232"/>
              <a:gd name="connsiteY2" fmla="*/ 2062307 h 2062307"/>
              <a:gd name="connsiteX3" fmla="*/ 0 w 5176232"/>
              <a:gd name="connsiteY3" fmla="*/ 1727145 h 2062307"/>
              <a:gd name="connsiteX4" fmla="*/ 0 w 5176232"/>
              <a:gd name="connsiteY4" fmla="*/ 66999 h 2062307"/>
              <a:gd name="connsiteX5" fmla="*/ 5176232 w 5176232"/>
              <a:gd name="connsiteY5" fmla="*/ 0 h 2062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76232" h="2062307">
                <a:moveTo>
                  <a:pt x="5176232" y="0"/>
                </a:moveTo>
                <a:lnTo>
                  <a:pt x="1810134" y="2062307"/>
                </a:lnTo>
                <a:lnTo>
                  <a:pt x="335162" y="2062307"/>
                </a:lnTo>
                <a:cubicBezTo>
                  <a:pt x="150057" y="2062307"/>
                  <a:pt x="0" y="1912250"/>
                  <a:pt x="0" y="1727145"/>
                </a:cubicBezTo>
                <a:lnTo>
                  <a:pt x="0" y="66999"/>
                </a:lnTo>
                <a:lnTo>
                  <a:pt x="5176232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A3EFA58-0B26-4CB5-B87C-FB2CDE395C88}"/>
              </a:ext>
            </a:extLst>
          </p:cNvPr>
          <p:cNvSpPr/>
          <p:nvPr/>
        </p:nvSpPr>
        <p:spPr>
          <a:xfrm>
            <a:off x="3335541" y="1506434"/>
            <a:ext cx="6211296" cy="1817651"/>
          </a:xfrm>
          <a:custGeom>
            <a:avLst/>
            <a:gdLst>
              <a:gd name="connsiteX0" fmla="*/ 0 w 6211296"/>
              <a:gd name="connsiteY0" fmla="*/ 0 h 1817651"/>
              <a:gd name="connsiteX1" fmla="*/ 6211296 w 6211296"/>
              <a:gd name="connsiteY1" fmla="*/ 0 h 1817651"/>
              <a:gd name="connsiteX2" fmla="*/ 3244527 w 6211296"/>
              <a:gd name="connsiteY2" fmla="*/ 1817651 h 1817651"/>
              <a:gd name="connsiteX3" fmla="*/ 0 w 6211296"/>
              <a:gd name="connsiteY3" fmla="*/ 0 h 181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11296" h="1817651">
                <a:moveTo>
                  <a:pt x="0" y="0"/>
                </a:moveTo>
                <a:lnTo>
                  <a:pt x="6211296" y="0"/>
                </a:lnTo>
                <a:lnTo>
                  <a:pt x="3244527" y="1817651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DAB817A-7D17-4A51-9C86-93A32741B839}"/>
              </a:ext>
            </a:extLst>
          </p:cNvPr>
          <p:cNvSpPr/>
          <p:nvPr/>
        </p:nvSpPr>
        <p:spPr>
          <a:xfrm>
            <a:off x="6375420" y="3324084"/>
            <a:ext cx="414035" cy="242684"/>
          </a:xfrm>
          <a:custGeom>
            <a:avLst/>
            <a:gdLst>
              <a:gd name="connsiteX0" fmla="*/ 204649 w 414035"/>
              <a:gd name="connsiteY0" fmla="*/ 0 h 242684"/>
              <a:gd name="connsiteX1" fmla="*/ 414035 w 414035"/>
              <a:gd name="connsiteY1" fmla="*/ 117302 h 242684"/>
              <a:gd name="connsiteX2" fmla="*/ 209386 w 414035"/>
              <a:gd name="connsiteY2" fmla="*/ 242684 h 242684"/>
              <a:gd name="connsiteX3" fmla="*/ 0 w 414035"/>
              <a:gd name="connsiteY3" fmla="*/ 125382 h 242684"/>
              <a:gd name="connsiteX4" fmla="*/ 204649 w 414035"/>
              <a:gd name="connsiteY4" fmla="*/ 0 h 24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035" h="242684">
                <a:moveTo>
                  <a:pt x="204649" y="0"/>
                </a:moveTo>
                <a:lnTo>
                  <a:pt x="414035" y="117302"/>
                </a:lnTo>
                <a:lnTo>
                  <a:pt x="209386" y="242684"/>
                </a:lnTo>
                <a:lnTo>
                  <a:pt x="0" y="125382"/>
                </a:lnTo>
                <a:lnTo>
                  <a:pt x="204649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4BCAEC0-FB90-4B1A-9BCD-42E786C3793E}"/>
              </a:ext>
            </a:extLst>
          </p:cNvPr>
          <p:cNvSpPr/>
          <p:nvPr/>
        </p:nvSpPr>
        <p:spPr>
          <a:xfrm>
            <a:off x="3112111" y="3566769"/>
            <a:ext cx="7270512" cy="2127615"/>
          </a:xfrm>
          <a:custGeom>
            <a:avLst/>
            <a:gdLst>
              <a:gd name="connsiteX0" fmla="*/ 3472694 w 7270512"/>
              <a:gd name="connsiteY0" fmla="*/ 0 h 2127615"/>
              <a:gd name="connsiteX1" fmla="*/ 7270512 w 7270512"/>
              <a:gd name="connsiteY1" fmla="*/ 2127615 h 2127615"/>
              <a:gd name="connsiteX2" fmla="*/ 0 w 7270512"/>
              <a:gd name="connsiteY2" fmla="*/ 2127615 h 2127615"/>
              <a:gd name="connsiteX3" fmla="*/ 3472694 w 7270512"/>
              <a:gd name="connsiteY3" fmla="*/ 0 h 212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270512" h="2127615">
                <a:moveTo>
                  <a:pt x="3472694" y="0"/>
                </a:moveTo>
                <a:lnTo>
                  <a:pt x="7270512" y="2127615"/>
                </a:lnTo>
                <a:lnTo>
                  <a:pt x="0" y="2127615"/>
                </a:lnTo>
                <a:lnTo>
                  <a:pt x="3472694" y="0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3A929FC-291D-449E-B8C1-E4F13117692A}"/>
              </a:ext>
            </a:extLst>
          </p:cNvPr>
          <p:cNvGrpSpPr/>
          <p:nvPr/>
        </p:nvGrpSpPr>
        <p:grpSpPr>
          <a:xfrm>
            <a:off x="3741619" y="1011065"/>
            <a:ext cx="5215393" cy="5215391"/>
            <a:chOff x="938003" y="964546"/>
            <a:chExt cx="4458156" cy="4458154"/>
          </a:xfrm>
          <a:solidFill>
            <a:schemeClr val="tx1">
              <a:alpha val="29000"/>
            </a:schemeClr>
          </a:solidFill>
          <a:scene3d>
            <a:camera prst="perspectiveRelaxed" fov="2100000">
              <a:rot lat="18873598" lon="0" rev="0"/>
            </a:camera>
            <a:lightRig rig="twoPt" dir="t"/>
          </a:scene3d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7B72C5-8B87-4A0F-9FA0-C198F3CE872E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744BED1-69EB-433F-918E-EECF5C740533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B59A743-7295-42BD-8C03-9920D6C47E0C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F7CD82C-440C-4B0B-9660-5DA8A1FCFC51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2C41BCED-6039-48EE-93C6-8A16CE22B71C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5141324-FE6C-43D2-8804-C8ED33C1ADB1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0014995-D36D-4427-B87D-99892A04753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E28A890-F258-46E3-B7C8-673682D4E6EA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7FE9F4-7C9B-474C-BCC4-BE2F4FA78C66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227FA-D344-4C4E-8E29-7925490059C7}"/>
              </a:ext>
            </a:extLst>
          </p:cNvPr>
          <p:cNvGrpSpPr/>
          <p:nvPr/>
        </p:nvGrpSpPr>
        <p:grpSpPr>
          <a:xfrm>
            <a:off x="3721778" y="474208"/>
            <a:ext cx="5215393" cy="5215391"/>
            <a:chOff x="938003" y="964546"/>
            <a:chExt cx="4458156" cy="4458154"/>
          </a:xfrm>
          <a:scene3d>
            <a:camera prst="perspectiveRelaxed" fov="2100000">
              <a:rot lat="18873598" lon="0" rev="0"/>
            </a:camera>
            <a:lightRig rig="twoPt" dir="t"/>
          </a:scene3d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4BE359-3B6F-4FBC-AE94-211365FA8610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3733287-008B-4212-B9AD-0D1C9A21AC69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FCF7566-DEFC-4D57-949C-D8165AC04C7F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07DDD46-3F49-436C-9CEA-5A942FB41628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651BE1-0FFC-405B-9E1D-802701D9B336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solidFill>
              <a:srgbClr val="F7B428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9703CB-B1FD-4720-A39E-5FFECA047590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9394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0A6A27-939B-4684-8205-A702D9A2EBC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525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A0F0CF8-A44B-4C7D-8D18-AEAD56F093B4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DA6A96-F6C0-42A8-ADB5-5496F7E9049D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155B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78" name="Diamond 77">
            <a:extLst>
              <a:ext uri="{FF2B5EF4-FFF2-40B4-BE49-F238E27FC236}">
                <a16:creationId xmlns:a16="http://schemas.microsoft.com/office/drawing/2014/main" id="{E0C4F98C-EF1F-427C-8504-31FE82BDA68C}"/>
              </a:ext>
            </a:extLst>
          </p:cNvPr>
          <p:cNvSpPr/>
          <p:nvPr/>
        </p:nvSpPr>
        <p:spPr>
          <a:xfrm>
            <a:off x="4965808" y="2198125"/>
            <a:ext cx="2780870" cy="1944222"/>
          </a:xfrm>
          <a:prstGeom prst="diamond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Diamond 58">
            <a:extLst>
              <a:ext uri="{FF2B5EF4-FFF2-40B4-BE49-F238E27FC236}">
                <a16:creationId xmlns:a16="http://schemas.microsoft.com/office/drawing/2014/main" id="{EF89A5B6-2155-4644-BFDE-E4E3F4F02C80}"/>
              </a:ext>
            </a:extLst>
          </p:cNvPr>
          <p:cNvSpPr/>
          <p:nvPr/>
        </p:nvSpPr>
        <p:spPr>
          <a:xfrm>
            <a:off x="5217773" y="2344403"/>
            <a:ext cx="2259154" cy="1579467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653234-AEB2-47FE-82EB-B9FB59414F27}"/>
              </a:ext>
            </a:extLst>
          </p:cNvPr>
          <p:cNvSpPr txBox="1"/>
          <p:nvPr/>
        </p:nvSpPr>
        <p:spPr>
          <a:xfrm>
            <a:off x="5690585" y="2979061"/>
            <a:ext cx="1390294" cy="37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Futura Hv BT" panose="020B0702020204020204" pitchFamily="34" charset="0"/>
              </a:rPr>
              <a:t>HEADLINE</a:t>
            </a:r>
          </a:p>
        </p:txBody>
      </p:sp>
      <p:pic>
        <p:nvPicPr>
          <p:cNvPr id="63" name="Graphic 62" descr="Bullseye">
            <a:extLst>
              <a:ext uri="{FF2B5EF4-FFF2-40B4-BE49-F238E27FC236}">
                <a16:creationId xmlns:a16="http://schemas.microsoft.com/office/drawing/2014/main" id="{4A212828-F50C-4271-B72D-D343F0F05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1751" y="2735591"/>
            <a:ext cx="548640" cy="54864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</p:pic>
      <p:pic>
        <p:nvPicPr>
          <p:cNvPr id="65" name="Graphic 64" descr="Presentation with bar chart">
            <a:extLst>
              <a:ext uri="{FF2B5EF4-FFF2-40B4-BE49-F238E27FC236}">
                <a16:creationId xmlns:a16="http://schemas.microsoft.com/office/drawing/2014/main" id="{258978FC-8072-44D7-9258-10CECDDE9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6292" y="2783525"/>
            <a:ext cx="548640" cy="54864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</p:pic>
      <p:pic>
        <p:nvPicPr>
          <p:cNvPr id="67" name="Graphic 66" descr="Lightbulb">
            <a:extLst>
              <a:ext uri="{FF2B5EF4-FFF2-40B4-BE49-F238E27FC236}">
                <a16:creationId xmlns:a16="http://schemas.microsoft.com/office/drawing/2014/main" id="{E3D48A3D-C31E-4A1D-BFF2-361E2D2BAE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5316" y="1394212"/>
            <a:ext cx="548640" cy="54864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</p:pic>
      <p:pic>
        <p:nvPicPr>
          <p:cNvPr id="69" name="Graphic 68" descr="Single gear">
            <a:extLst>
              <a:ext uri="{FF2B5EF4-FFF2-40B4-BE49-F238E27FC236}">
                <a16:creationId xmlns:a16="http://schemas.microsoft.com/office/drawing/2014/main" id="{D5B4F8EC-0C6F-4CC8-BA7B-3D24CEC02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55458" y="4535881"/>
            <a:ext cx="548640" cy="54864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5C3DC576-61E7-42AD-B9C8-1F914379D825}"/>
              </a:ext>
            </a:extLst>
          </p:cNvPr>
          <p:cNvSpPr txBox="1"/>
          <p:nvPr/>
        </p:nvSpPr>
        <p:spPr>
          <a:xfrm>
            <a:off x="1189214" y="1911760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0C35A2C-0F63-4E88-920A-68D5C5F1FCA3}"/>
              </a:ext>
            </a:extLst>
          </p:cNvPr>
          <p:cNvSpPr txBox="1"/>
          <p:nvPr/>
        </p:nvSpPr>
        <p:spPr>
          <a:xfrm>
            <a:off x="1223554" y="2207894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40AB337-A3A2-4FC6-A293-91204A1EEA29}"/>
              </a:ext>
            </a:extLst>
          </p:cNvPr>
          <p:cNvSpPr txBox="1"/>
          <p:nvPr/>
        </p:nvSpPr>
        <p:spPr>
          <a:xfrm>
            <a:off x="1167608" y="4006371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894CC00-9C5C-4504-8901-3C375A0337CB}"/>
              </a:ext>
            </a:extLst>
          </p:cNvPr>
          <p:cNvSpPr txBox="1"/>
          <p:nvPr/>
        </p:nvSpPr>
        <p:spPr>
          <a:xfrm>
            <a:off x="1201948" y="4302505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8A47AFC-A972-4737-A578-8EDD555157D1}"/>
              </a:ext>
            </a:extLst>
          </p:cNvPr>
          <p:cNvSpPr txBox="1"/>
          <p:nvPr/>
        </p:nvSpPr>
        <p:spPr>
          <a:xfrm>
            <a:off x="9629996" y="3854750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5EB8332-0AC9-4C01-9F98-1118DC63A06E}"/>
              </a:ext>
            </a:extLst>
          </p:cNvPr>
          <p:cNvSpPr txBox="1"/>
          <p:nvPr/>
        </p:nvSpPr>
        <p:spPr>
          <a:xfrm>
            <a:off x="9629996" y="4150884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077F4F2-978F-4918-B619-B3B8140D95EE}"/>
              </a:ext>
            </a:extLst>
          </p:cNvPr>
          <p:cNvSpPr txBox="1"/>
          <p:nvPr/>
        </p:nvSpPr>
        <p:spPr>
          <a:xfrm>
            <a:off x="9629996" y="1923522"/>
            <a:ext cx="1809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Futura Hv BT" panose="020B0702020204020204" pitchFamily="34" charset="0"/>
              </a:rPr>
              <a:t>TITLE HERE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9AF266D-6E03-47A1-8D73-069FC80C2107}"/>
              </a:ext>
            </a:extLst>
          </p:cNvPr>
          <p:cNvSpPr txBox="1"/>
          <p:nvPr/>
        </p:nvSpPr>
        <p:spPr>
          <a:xfrm>
            <a:off x="9629996" y="2219656"/>
            <a:ext cx="2284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Futura Lt BT" panose="020B0402020204020303" pitchFamily="34" charset="0"/>
              </a:rPr>
              <a:t>Lorem ipsum dolor sit amet, consectetuer adipiscing elit. Maecenas porttitor congue massa. </a:t>
            </a:r>
          </a:p>
        </p:txBody>
      </p:sp>
    </p:spTree>
    <p:extLst>
      <p:ext uri="{BB962C8B-B14F-4D97-AF65-F5344CB8AC3E}">
        <p14:creationId xmlns:p14="http://schemas.microsoft.com/office/powerpoint/2010/main" val="3808572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9D55C39-307A-4402-8E18-E30204F84073}"/>
              </a:ext>
            </a:extLst>
          </p:cNvPr>
          <p:cNvSpPr/>
          <p:nvPr/>
        </p:nvSpPr>
        <p:spPr>
          <a:xfrm>
            <a:off x="901131" y="1506433"/>
            <a:ext cx="10856686" cy="4187950"/>
          </a:xfrm>
          <a:prstGeom prst="roundRect">
            <a:avLst>
              <a:gd name="adj" fmla="val 8003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227FA-D344-4C4E-8E29-7925490059C7}"/>
              </a:ext>
            </a:extLst>
          </p:cNvPr>
          <p:cNvGrpSpPr/>
          <p:nvPr/>
        </p:nvGrpSpPr>
        <p:grpSpPr>
          <a:xfrm>
            <a:off x="3721778" y="474208"/>
            <a:ext cx="5215393" cy="5215391"/>
            <a:chOff x="938003" y="964546"/>
            <a:chExt cx="4458156" cy="4458154"/>
          </a:xfrm>
          <a:scene3d>
            <a:camera prst="perspectiveRelaxed" fov="2100000">
              <a:rot lat="18873598" lon="0" rev="0"/>
            </a:camera>
            <a:lightRig rig="twoPt" dir="t"/>
          </a:scene3d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4BE359-3B6F-4FBC-AE94-211365FA8610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3733287-008B-4212-B9AD-0D1C9A21AC69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FCF7566-DEFC-4D57-949C-D8165AC04C7F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07DDD46-3F49-436C-9CEA-5A942FB41628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651BE1-0FFC-405B-9E1D-802701D9B336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solidFill>
              <a:srgbClr val="F7B428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9703CB-B1FD-4720-A39E-5FFECA047590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2BEBF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0A6A27-939B-4684-8205-A702D9A2EBC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525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A0F0CF8-A44B-4C7D-8D18-AEAD56F093B4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DA6A96-F6C0-42A8-ADB5-5496F7E9049D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155B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0AA947E-1BDF-4320-A4EA-FCFA380EC002}"/>
              </a:ext>
            </a:extLst>
          </p:cNvPr>
          <p:cNvSpPr/>
          <p:nvPr/>
        </p:nvSpPr>
        <p:spPr>
          <a:xfrm rot="17955506">
            <a:off x="6869082" y="-1181652"/>
            <a:ext cx="209409" cy="9692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9F39BE-7111-4660-B384-0476E8D08E36}"/>
              </a:ext>
            </a:extLst>
          </p:cNvPr>
          <p:cNvSpPr/>
          <p:nvPr/>
        </p:nvSpPr>
        <p:spPr>
          <a:xfrm rot="3510327">
            <a:off x="6224769" y="-1428792"/>
            <a:ext cx="209409" cy="10058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5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BF4227FA-D344-4C4E-8E29-7925490059C7}"/>
              </a:ext>
            </a:extLst>
          </p:cNvPr>
          <p:cNvGrpSpPr/>
          <p:nvPr/>
        </p:nvGrpSpPr>
        <p:grpSpPr>
          <a:xfrm>
            <a:off x="3866922" y="1199923"/>
            <a:ext cx="4458156" cy="4458154"/>
            <a:chOff x="938003" y="964546"/>
            <a:chExt cx="4458156" cy="4458154"/>
          </a:xfrm>
          <a:scene3d>
            <a:camera prst="perspectiveRelaxed"/>
            <a:lightRig rig="threePt" dir="t"/>
          </a:scene3d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24BE359-3B6F-4FBC-AE94-211365FA8610}"/>
                </a:ext>
              </a:extLst>
            </p:cNvPr>
            <p:cNvSpPr/>
            <p:nvPr/>
          </p:nvSpPr>
          <p:spPr>
            <a:xfrm rot="2700000">
              <a:off x="1609658" y="2418058"/>
              <a:ext cx="1748215" cy="207820"/>
            </a:xfrm>
            <a:custGeom>
              <a:avLst/>
              <a:gdLst>
                <a:gd name="connsiteX0" fmla="*/ 0 w 1748215"/>
                <a:gd name="connsiteY0" fmla="*/ 0 h 207820"/>
                <a:gd name="connsiteX1" fmla="*/ 1748215 w 1748215"/>
                <a:gd name="connsiteY1" fmla="*/ 0 h 207820"/>
                <a:gd name="connsiteX2" fmla="*/ 1748215 w 1748215"/>
                <a:gd name="connsiteY2" fmla="*/ 207820 h 207820"/>
                <a:gd name="connsiteX3" fmla="*/ 0 w 1748215"/>
                <a:gd name="connsiteY3" fmla="*/ 207820 h 207820"/>
                <a:gd name="connsiteX4" fmla="*/ 0 w 174821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8215" h="207820">
                  <a:moveTo>
                    <a:pt x="0" y="0"/>
                  </a:moveTo>
                  <a:lnTo>
                    <a:pt x="1748215" y="0"/>
                  </a:lnTo>
                  <a:lnTo>
                    <a:pt x="174821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3733287-008B-4212-B9AD-0D1C9A21AC69}"/>
                </a:ext>
              </a:extLst>
            </p:cNvPr>
            <p:cNvSpPr/>
            <p:nvPr/>
          </p:nvSpPr>
          <p:spPr>
            <a:xfrm rot="2700000">
              <a:off x="3754734" y="1667771"/>
              <a:ext cx="207820" cy="1724889"/>
            </a:xfrm>
            <a:custGeom>
              <a:avLst/>
              <a:gdLst>
                <a:gd name="connsiteX0" fmla="*/ 0 w 207820"/>
                <a:gd name="connsiteY0" fmla="*/ 0 h 1724889"/>
                <a:gd name="connsiteX1" fmla="*/ 207820 w 207820"/>
                <a:gd name="connsiteY1" fmla="*/ 0 h 1724889"/>
                <a:gd name="connsiteX2" fmla="*/ 207820 w 207820"/>
                <a:gd name="connsiteY2" fmla="*/ 1724889 h 1724889"/>
                <a:gd name="connsiteX3" fmla="*/ 0 w 207820"/>
                <a:gd name="connsiteY3" fmla="*/ 1724889 h 1724889"/>
                <a:gd name="connsiteX4" fmla="*/ 0 w 207820"/>
                <a:gd name="connsiteY4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89">
                  <a:moveTo>
                    <a:pt x="0" y="0"/>
                  </a:moveTo>
                  <a:lnTo>
                    <a:pt x="207820" y="0"/>
                  </a:lnTo>
                  <a:lnTo>
                    <a:pt x="207820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FCF7566-DEFC-4D57-949C-D8165AC04C7F}"/>
                </a:ext>
              </a:extLst>
            </p:cNvPr>
            <p:cNvSpPr/>
            <p:nvPr/>
          </p:nvSpPr>
          <p:spPr>
            <a:xfrm rot="2700000">
              <a:off x="2388101" y="3034402"/>
              <a:ext cx="207820" cy="1724891"/>
            </a:xfrm>
            <a:custGeom>
              <a:avLst/>
              <a:gdLst>
                <a:gd name="connsiteX0" fmla="*/ 0 w 207820"/>
                <a:gd name="connsiteY0" fmla="*/ 0 h 1724891"/>
                <a:gd name="connsiteX1" fmla="*/ 207820 w 207820"/>
                <a:gd name="connsiteY1" fmla="*/ 0 h 1724891"/>
                <a:gd name="connsiteX2" fmla="*/ 207820 w 207820"/>
                <a:gd name="connsiteY2" fmla="*/ 1724891 h 1724891"/>
                <a:gd name="connsiteX3" fmla="*/ 0 w 207820"/>
                <a:gd name="connsiteY3" fmla="*/ 1724891 h 1724891"/>
                <a:gd name="connsiteX4" fmla="*/ 0 w 207820"/>
                <a:gd name="connsiteY4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1724891">
                  <a:moveTo>
                    <a:pt x="0" y="0"/>
                  </a:moveTo>
                  <a:lnTo>
                    <a:pt x="207820" y="0"/>
                  </a:lnTo>
                  <a:lnTo>
                    <a:pt x="207820" y="1724891"/>
                  </a:ln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07DDD46-3F49-436C-9CEA-5A942FB41628}"/>
                </a:ext>
              </a:extLst>
            </p:cNvPr>
            <p:cNvSpPr/>
            <p:nvPr/>
          </p:nvSpPr>
          <p:spPr>
            <a:xfrm rot="2700000">
              <a:off x="2999616" y="3784690"/>
              <a:ext cx="1701565" cy="207820"/>
            </a:xfrm>
            <a:custGeom>
              <a:avLst/>
              <a:gdLst>
                <a:gd name="connsiteX0" fmla="*/ 0 w 1701565"/>
                <a:gd name="connsiteY0" fmla="*/ 0 h 207820"/>
                <a:gd name="connsiteX1" fmla="*/ 1701565 w 1701565"/>
                <a:gd name="connsiteY1" fmla="*/ 0 h 207820"/>
                <a:gd name="connsiteX2" fmla="*/ 1701565 w 1701565"/>
                <a:gd name="connsiteY2" fmla="*/ 207820 h 207820"/>
                <a:gd name="connsiteX3" fmla="*/ 0 w 1701565"/>
                <a:gd name="connsiteY3" fmla="*/ 207820 h 207820"/>
                <a:gd name="connsiteX4" fmla="*/ 0 w 1701565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565" h="207820">
                  <a:moveTo>
                    <a:pt x="0" y="0"/>
                  </a:moveTo>
                  <a:lnTo>
                    <a:pt x="1701565" y="0"/>
                  </a:lnTo>
                  <a:lnTo>
                    <a:pt x="1701565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8651BE1-0FFC-405B-9E1D-802701D9B336}"/>
                </a:ext>
              </a:extLst>
            </p:cNvPr>
            <p:cNvSpPr/>
            <p:nvPr/>
          </p:nvSpPr>
          <p:spPr>
            <a:xfrm rot="2700000">
              <a:off x="2292974" y="976209"/>
              <a:ext cx="1748215" cy="1724889"/>
            </a:xfrm>
            <a:custGeom>
              <a:avLst/>
              <a:gdLst>
                <a:gd name="connsiteX0" fmla="*/ 111221 w 1748215"/>
                <a:gd name="connsiteY0" fmla="*/ 111221 h 1724889"/>
                <a:gd name="connsiteX1" fmla="*/ 379732 w 1748215"/>
                <a:gd name="connsiteY1" fmla="*/ 0 h 1724889"/>
                <a:gd name="connsiteX2" fmla="*/ 1748215 w 1748215"/>
                <a:gd name="connsiteY2" fmla="*/ 0 h 1724889"/>
                <a:gd name="connsiteX3" fmla="*/ 1748215 w 1748215"/>
                <a:gd name="connsiteY3" fmla="*/ 1724889 h 1724889"/>
                <a:gd name="connsiteX4" fmla="*/ 0 w 1748215"/>
                <a:gd name="connsiteY4" fmla="*/ 1724889 h 1724889"/>
                <a:gd name="connsiteX5" fmla="*/ 0 w 1748215"/>
                <a:gd name="connsiteY5" fmla="*/ 379732 h 1724889"/>
                <a:gd name="connsiteX6" fmla="*/ 111221 w 1748215"/>
                <a:gd name="connsiteY6" fmla="*/ 111221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48215" h="1724889">
                  <a:moveTo>
                    <a:pt x="111221" y="111221"/>
                  </a:moveTo>
                  <a:cubicBezTo>
                    <a:pt x="179939" y="42503"/>
                    <a:pt x="274872" y="0"/>
                    <a:pt x="379732" y="0"/>
                  </a:cubicBezTo>
                  <a:lnTo>
                    <a:pt x="1748215" y="0"/>
                  </a:lnTo>
                  <a:lnTo>
                    <a:pt x="1748215" y="1724889"/>
                  </a:lnTo>
                  <a:lnTo>
                    <a:pt x="0" y="1724889"/>
                  </a:lnTo>
                  <a:lnTo>
                    <a:pt x="0" y="379732"/>
                  </a:lnTo>
                  <a:cubicBezTo>
                    <a:pt x="0" y="274872"/>
                    <a:pt x="42503" y="179939"/>
                    <a:pt x="111221" y="111221"/>
                  </a:cubicBezTo>
                  <a:close/>
                </a:path>
              </a:pathLst>
            </a:custGeom>
            <a:solidFill>
              <a:srgbClr val="F7B428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D9703CB-B1FD-4720-A39E-5FFECA047590}"/>
                </a:ext>
              </a:extLst>
            </p:cNvPr>
            <p:cNvSpPr/>
            <p:nvPr/>
          </p:nvSpPr>
          <p:spPr>
            <a:xfrm rot="2700000">
              <a:off x="926341" y="2342840"/>
              <a:ext cx="1748215" cy="1724891"/>
            </a:xfrm>
            <a:custGeom>
              <a:avLst/>
              <a:gdLst>
                <a:gd name="connsiteX0" fmla="*/ 0 w 1748215"/>
                <a:gd name="connsiteY0" fmla="*/ 0 h 1724891"/>
                <a:gd name="connsiteX1" fmla="*/ 1748215 w 1748215"/>
                <a:gd name="connsiteY1" fmla="*/ 0 h 1724891"/>
                <a:gd name="connsiteX2" fmla="*/ 1748215 w 1748215"/>
                <a:gd name="connsiteY2" fmla="*/ 1724891 h 1724891"/>
                <a:gd name="connsiteX3" fmla="*/ 379732 w 1748215"/>
                <a:gd name="connsiteY3" fmla="*/ 1724891 h 1724891"/>
                <a:gd name="connsiteX4" fmla="*/ 0 w 1748215"/>
                <a:gd name="connsiteY4" fmla="*/ 1345159 h 1724891"/>
                <a:gd name="connsiteX5" fmla="*/ 0 w 174821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48215" h="1724891">
                  <a:moveTo>
                    <a:pt x="0" y="0"/>
                  </a:moveTo>
                  <a:lnTo>
                    <a:pt x="1748215" y="0"/>
                  </a:lnTo>
                  <a:lnTo>
                    <a:pt x="1748215" y="1724891"/>
                  </a:lnTo>
                  <a:lnTo>
                    <a:pt x="379732" y="1724891"/>
                  </a:lnTo>
                  <a:cubicBezTo>
                    <a:pt x="170012" y="1724891"/>
                    <a:pt x="0" y="1554879"/>
                    <a:pt x="0" y="134515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2BEBF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E0A6A27-939B-4684-8205-A702D9A2EBCD}"/>
                </a:ext>
              </a:extLst>
            </p:cNvPr>
            <p:cNvSpPr/>
            <p:nvPr/>
          </p:nvSpPr>
          <p:spPr>
            <a:xfrm rot="2700000">
              <a:off x="3682932" y="2342841"/>
              <a:ext cx="1701565" cy="1724889"/>
            </a:xfrm>
            <a:custGeom>
              <a:avLst/>
              <a:gdLst>
                <a:gd name="connsiteX0" fmla="*/ 0 w 1701565"/>
                <a:gd name="connsiteY0" fmla="*/ 0 h 1724889"/>
                <a:gd name="connsiteX1" fmla="*/ 1321833 w 1701565"/>
                <a:gd name="connsiteY1" fmla="*/ 0 h 1724889"/>
                <a:gd name="connsiteX2" fmla="*/ 1701565 w 1701565"/>
                <a:gd name="connsiteY2" fmla="*/ 379732 h 1724889"/>
                <a:gd name="connsiteX3" fmla="*/ 1701565 w 1701565"/>
                <a:gd name="connsiteY3" fmla="*/ 1724889 h 1724889"/>
                <a:gd name="connsiteX4" fmla="*/ 0 w 1701565"/>
                <a:gd name="connsiteY4" fmla="*/ 1724889 h 1724889"/>
                <a:gd name="connsiteX5" fmla="*/ 0 w 1701565"/>
                <a:gd name="connsiteY5" fmla="*/ 0 h 172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89">
                  <a:moveTo>
                    <a:pt x="0" y="0"/>
                  </a:moveTo>
                  <a:lnTo>
                    <a:pt x="1321833" y="0"/>
                  </a:lnTo>
                  <a:cubicBezTo>
                    <a:pt x="1531553" y="0"/>
                    <a:pt x="1701565" y="170012"/>
                    <a:pt x="1701565" y="379732"/>
                  </a:cubicBezTo>
                  <a:lnTo>
                    <a:pt x="1701565" y="1724889"/>
                  </a:lnTo>
                  <a:lnTo>
                    <a:pt x="0" y="17248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525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A0F0CF8-A44B-4C7D-8D18-AEAD56F093B4}"/>
                </a:ext>
              </a:extLst>
            </p:cNvPr>
            <p:cNvSpPr/>
            <p:nvPr/>
          </p:nvSpPr>
          <p:spPr>
            <a:xfrm rot="2700000">
              <a:off x="3071418" y="3109620"/>
              <a:ext cx="207820" cy="207820"/>
            </a:xfrm>
            <a:custGeom>
              <a:avLst/>
              <a:gdLst>
                <a:gd name="connsiteX0" fmla="*/ 0 w 207820"/>
                <a:gd name="connsiteY0" fmla="*/ 0 h 207820"/>
                <a:gd name="connsiteX1" fmla="*/ 207820 w 207820"/>
                <a:gd name="connsiteY1" fmla="*/ 0 h 207820"/>
                <a:gd name="connsiteX2" fmla="*/ 207820 w 207820"/>
                <a:gd name="connsiteY2" fmla="*/ 207820 h 207820"/>
                <a:gd name="connsiteX3" fmla="*/ 0 w 207820"/>
                <a:gd name="connsiteY3" fmla="*/ 207820 h 207820"/>
                <a:gd name="connsiteX4" fmla="*/ 0 w 207820"/>
                <a:gd name="connsiteY4" fmla="*/ 0 h 207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7820" h="207820">
                  <a:moveTo>
                    <a:pt x="0" y="0"/>
                  </a:moveTo>
                  <a:lnTo>
                    <a:pt x="207820" y="0"/>
                  </a:lnTo>
                  <a:lnTo>
                    <a:pt x="207820" y="207820"/>
                  </a:lnTo>
                  <a:lnTo>
                    <a:pt x="0" y="2078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DDA6A96-F6C0-42A8-ADB5-5496F7E9049D}"/>
                </a:ext>
              </a:extLst>
            </p:cNvPr>
            <p:cNvSpPr/>
            <p:nvPr/>
          </p:nvSpPr>
          <p:spPr>
            <a:xfrm rot="2700000">
              <a:off x="2316299" y="3709472"/>
              <a:ext cx="1701565" cy="1724891"/>
            </a:xfrm>
            <a:custGeom>
              <a:avLst/>
              <a:gdLst>
                <a:gd name="connsiteX0" fmla="*/ 0 w 1701565"/>
                <a:gd name="connsiteY0" fmla="*/ 0 h 1724891"/>
                <a:gd name="connsiteX1" fmla="*/ 1701565 w 1701565"/>
                <a:gd name="connsiteY1" fmla="*/ 0 h 1724891"/>
                <a:gd name="connsiteX2" fmla="*/ 1701565 w 1701565"/>
                <a:gd name="connsiteY2" fmla="*/ 1345159 h 1724891"/>
                <a:gd name="connsiteX3" fmla="*/ 1321833 w 1701565"/>
                <a:gd name="connsiteY3" fmla="*/ 1724891 h 1724891"/>
                <a:gd name="connsiteX4" fmla="*/ 0 w 1701565"/>
                <a:gd name="connsiteY4" fmla="*/ 1724891 h 1724891"/>
                <a:gd name="connsiteX5" fmla="*/ 0 w 1701565"/>
                <a:gd name="connsiteY5" fmla="*/ 0 h 1724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1565" h="1724891">
                  <a:moveTo>
                    <a:pt x="0" y="0"/>
                  </a:moveTo>
                  <a:lnTo>
                    <a:pt x="1701565" y="0"/>
                  </a:lnTo>
                  <a:lnTo>
                    <a:pt x="1701565" y="1345159"/>
                  </a:lnTo>
                  <a:cubicBezTo>
                    <a:pt x="1701565" y="1554879"/>
                    <a:pt x="1531553" y="1724891"/>
                    <a:pt x="1321833" y="1724891"/>
                  </a:cubicBezTo>
                  <a:lnTo>
                    <a:pt x="0" y="17248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155B"/>
            </a:solidFill>
            <a:ln>
              <a:noFill/>
            </a:ln>
            <a:sp3d extrusionH="5905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3529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24BE359-3B6F-4FBC-AE94-211365FA8610}"/>
              </a:ext>
            </a:extLst>
          </p:cNvPr>
          <p:cNvSpPr/>
          <p:nvPr/>
        </p:nvSpPr>
        <p:spPr>
          <a:xfrm rot="2700000">
            <a:off x="1609658" y="2418058"/>
            <a:ext cx="1748215" cy="207820"/>
          </a:xfrm>
          <a:custGeom>
            <a:avLst/>
            <a:gdLst>
              <a:gd name="connsiteX0" fmla="*/ 0 w 1748215"/>
              <a:gd name="connsiteY0" fmla="*/ 0 h 207820"/>
              <a:gd name="connsiteX1" fmla="*/ 1748215 w 1748215"/>
              <a:gd name="connsiteY1" fmla="*/ 0 h 207820"/>
              <a:gd name="connsiteX2" fmla="*/ 1748215 w 1748215"/>
              <a:gd name="connsiteY2" fmla="*/ 207820 h 207820"/>
              <a:gd name="connsiteX3" fmla="*/ 0 w 1748215"/>
              <a:gd name="connsiteY3" fmla="*/ 207820 h 207820"/>
              <a:gd name="connsiteX4" fmla="*/ 0 w 1748215"/>
              <a:gd name="connsiteY4" fmla="*/ 0 h 2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215" h="207820">
                <a:moveTo>
                  <a:pt x="0" y="0"/>
                </a:moveTo>
                <a:lnTo>
                  <a:pt x="1748215" y="0"/>
                </a:lnTo>
                <a:lnTo>
                  <a:pt x="1748215" y="207820"/>
                </a:lnTo>
                <a:lnTo>
                  <a:pt x="0" y="2078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3733287-008B-4212-B9AD-0D1C9A21AC69}"/>
              </a:ext>
            </a:extLst>
          </p:cNvPr>
          <p:cNvSpPr/>
          <p:nvPr/>
        </p:nvSpPr>
        <p:spPr>
          <a:xfrm rot="2700000">
            <a:off x="3754734" y="1667771"/>
            <a:ext cx="207820" cy="1724889"/>
          </a:xfrm>
          <a:custGeom>
            <a:avLst/>
            <a:gdLst>
              <a:gd name="connsiteX0" fmla="*/ 0 w 207820"/>
              <a:gd name="connsiteY0" fmla="*/ 0 h 1724889"/>
              <a:gd name="connsiteX1" fmla="*/ 207820 w 207820"/>
              <a:gd name="connsiteY1" fmla="*/ 0 h 1724889"/>
              <a:gd name="connsiteX2" fmla="*/ 207820 w 207820"/>
              <a:gd name="connsiteY2" fmla="*/ 1724889 h 1724889"/>
              <a:gd name="connsiteX3" fmla="*/ 0 w 207820"/>
              <a:gd name="connsiteY3" fmla="*/ 1724889 h 1724889"/>
              <a:gd name="connsiteX4" fmla="*/ 0 w 207820"/>
              <a:gd name="connsiteY4" fmla="*/ 0 h 17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820" h="1724889">
                <a:moveTo>
                  <a:pt x="0" y="0"/>
                </a:moveTo>
                <a:lnTo>
                  <a:pt x="207820" y="0"/>
                </a:lnTo>
                <a:lnTo>
                  <a:pt x="207820" y="1724889"/>
                </a:lnTo>
                <a:lnTo>
                  <a:pt x="0" y="1724889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CF7566-DEFC-4D57-949C-D8165AC04C7F}"/>
              </a:ext>
            </a:extLst>
          </p:cNvPr>
          <p:cNvSpPr/>
          <p:nvPr/>
        </p:nvSpPr>
        <p:spPr>
          <a:xfrm rot="2700000">
            <a:off x="2388101" y="3034402"/>
            <a:ext cx="207820" cy="1724891"/>
          </a:xfrm>
          <a:custGeom>
            <a:avLst/>
            <a:gdLst>
              <a:gd name="connsiteX0" fmla="*/ 0 w 207820"/>
              <a:gd name="connsiteY0" fmla="*/ 0 h 1724891"/>
              <a:gd name="connsiteX1" fmla="*/ 207820 w 207820"/>
              <a:gd name="connsiteY1" fmla="*/ 0 h 1724891"/>
              <a:gd name="connsiteX2" fmla="*/ 207820 w 207820"/>
              <a:gd name="connsiteY2" fmla="*/ 1724891 h 1724891"/>
              <a:gd name="connsiteX3" fmla="*/ 0 w 207820"/>
              <a:gd name="connsiteY3" fmla="*/ 1724891 h 1724891"/>
              <a:gd name="connsiteX4" fmla="*/ 0 w 207820"/>
              <a:gd name="connsiteY4" fmla="*/ 0 h 172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820" h="1724891">
                <a:moveTo>
                  <a:pt x="0" y="0"/>
                </a:moveTo>
                <a:lnTo>
                  <a:pt x="207820" y="0"/>
                </a:lnTo>
                <a:lnTo>
                  <a:pt x="207820" y="1724891"/>
                </a:lnTo>
                <a:lnTo>
                  <a:pt x="0" y="172489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07DDD46-3F49-436C-9CEA-5A942FB41628}"/>
              </a:ext>
            </a:extLst>
          </p:cNvPr>
          <p:cNvSpPr/>
          <p:nvPr/>
        </p:nvSpPr>
        <p:spPr>
          <a:xfrm rot="2700000">
            <a:off x="2999616" y="3784690"/>
            <a:ext cx="1701565" cy="207820"/>
          </a:xfrm>
          <a:custGeom>
            <a:avLst/>
            <a:gdLst>
              <a:gd name="connsiteX0" fmla="*/ 0 w 1701565"/>
              <a:gd name="connsiteY0" fmla="*/ 0 h 207820"/>
              <a:gd name="connsiteX1" fmla="*/ 1701565 w 1701565"/>
              <a:gd name="connsiteY1" fmla="*/ 0 h 207820"/>
              <a:gd name="connsiteX2" fmla="*/ 1701565 w 1701565"/>
              <a:gd name="connsiteY2" fmla="*/ 207820 h 207820"/>
              <a:gd name="connsiteX3" fmla="*/ 0 w 1701565"/>
              <a:gd name="connsiteY3" fmla="*/ 207820 h 207820"/>
              <a:gd name="connsiteX4" fmla="*/ 0 w 1701565"/>
              <a:gd name="connsiteY4" fmla="*/ 0 h 2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1565" h="207820">
                <a:moveTo>
                  <a:pt x="0" y="0"/>
                </a:moveTo>
                <a:lnTo>
                  <a:pt x="1701565" y="0"/>
                </a:lnTo>
                <a:lnTo>
                  <a:pt x="1701565" y="207820"/>
                </a:lnTo>
                <a:lnTo>
                  <a:pt x="0" y="2078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651BE1-0FFC-405B-9E1D-802701D9B336}"/>
              </a:ext>
            </a:extLst>
          </p:cNvPr>
          <p:cNvSpPr/>
          <p:nvPr/>
        </p:nvSpPr>
        <p:spPr>
          <a:xfrm rot="2700000">
            <a:off x="2292974" y="976209"/>
            <a:ext cx="1748215" cy="1724889"/>
          </a:xfrm>
          <a:custGeom>
            <a:avLst/>
            <a:gdLst>
              <a:gd name="connsiteX0" fmla="*/ 111221 w 1748215"/>
              <a:gd name="connsiteY0" fmla="*/ 111221 h 1724889"/>
              <a:gd name="connsiteX1" fmla="*/ 379732 w 1748215"/>
              <a:gd name="connsiteY1" fmla="*/ 0 h 1724889"/>
              <a:gd name="connsiteX2" fmla="*/ 1748215 w 1748215"/>
              <a:gd name="connsiteY2" fmla="*/ 0 h 1724889"/>
              <a:gd name="connsiteX3" fmla="*/ 1748215 w 1748215"/>
              <a:gd name="connsiteY3" fmla="*/ 1724889 h 1724889"/>
              <a:gd name="connsiteX4" fmla="*/ 0 w 1748215"/>
              <a:gd name="connsiteY4" fmla="*/ 1724889 h 1724889"/>
              <a:gd name="connsiteX5" fmla="*/ 0 w 1748215"/>
              <a:gd name="connsiteY5" fmla="*/ 379732 h 1724889"/>
              <a:gd name="connsiteX6" fmla="*/ 111221 w 1748215"/>
              <a:gd name="connsiteY6" fmla="*/ 111221 h 17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48215" h="1724889">
                <a:moveTo>
                  <a:pt x="111221" y="111221"/>
                </a:moveTo>
                <a:cubicBezTo>
                  <a:pt x="179939" y="42503"/>
                  <a:pt x="274872" y="0"/>
                  <a:pt x="379732" y="0"/>
                </a:cubicBezTo>
                <a:lnTo>
                  <a:pt x="1748215" y="0"/>
                </a:lnTo>
                <a:lnTo>
                  <a:pt x="1748215" y="1724889"/>
                </a:lnTo>
                <a:lnTo>
                  <a:pt x="0" y="1724889"/>
                </a:lnTo>
                <a:lnTo>
                  <a:pt x="0" y="379732"/>
                </a:lnTo>
                <a:cubicBezTo>
                  <a:pt x="0" y="274872"/>
                  <a:pt x="42503" y="179939"/>
                  <a:pt x="111221" y="111221"/>
                </a:cubicBezTo>
                <a:close/>
              </a:path>
            </a:pathLst>
          </a:custGeom>
          <a:solidFill>
            <a:srgbClr val="F7B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D9703CB-B1FD-4720-A39E-5FFECA047590}"/>
              </a:ext>
            </a:extLst>
          </p:cNvPr>
          <p:cNvSpPr/>
          <p:nvPr/>
        </p:nvSpPr>
        <p:spPr>
          <a:xfrm rot="2700000">
            <a:off x="926341" y="2342840"/>
            <a:ext cx="1748215" cy="1724891"/>
          </a:xfrm>
          <a:custGeom>
            <a:avLst/>
            <a:gdLst>
              <a:gd name="connsiteX0" fmla="*/ 0 w 1748215"/>
              <a:gd name="connsiteY0" fmla="*/ 0 h 1724891"/>
              <a:gd name="connsiteX1" fmla="*/ 1748215 w 1748215"/>
              <a:gd name="connsiteY1" fmla="*/ 0 h 1724891"/>
              <a:gd name="connsiteX2" fmla="*/ 1748215 w 1748215"/>
              <a:gd name="connsiteY2" fmla="*/ 1724891 h 1724891"/>
              <a:gd name="connsiteX3" fmla="*/ 379732 w 1748215"/>
              <a:gd name="connsiteY3" fmla="*/ 1724891 h 1724891"/>
              <a:gd name="connsiteX4" fmla="*/ 0 w 1748215"/>
              <a:gd name="connsiteY4" fmla="*/ 1345159 h 1724891"/>
              <a:gd name="connsiteX5" fmla="*/ 0 w 1748215"/>
              <a:gd name="connsiteY5" fmla="*/ 0 h 172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8215" h="1724891">
                <a:moveTo>
                  <a:pt x="0" y="0"/>
                </a:moveTo>
                <a:lnTo>
                  <a:pt x="1748215" y="0"/>
                </a:lnTo>
                <a:lnTo>
                  <a:pt x="1748215" y="1724891"/>
                </a:lnTo>
                <a:lnTo>
                  <a:pt x="379732" y="1724891"/>
                </a:lnTo>
                <a:cubicBezTo>
                  <a:pt x="170012" y="1724891"/>
                  <a:pt x="0" y="1554879"/>
                  <a:pt x="0" y="1345159"/>
                </a:cubicBezTo>
                <a:lnTo>
                  <a:pt x="0" y="0"/>
                </a:lnTo>
                <a:close/>
              </a:path>
            </a:pathLst>
          </a:custGeom>
          <a:solidFill>
            <a:srgbClr val="A2BE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0A6A27-939B-4684-8205-A702D9A2EBCD}"/>
              </a:ext>
            </a:extLst>
          </p:cNvPr>
          <p:cNvSpPr/>
          <p:nvPr/>
        </p:nvSpPr>
        <p:spPr>
          <a:xfrm rot="2700000">
            <a:off x="3682932" y="2342841"/>
            <a:ext cx="1701565" cy="1724889"/>
          </a:xfrm>
          <a:custGeom>
            <a:avLst/>
            <a:gdLst>
              <a:gd name="connsiteX0" fmla="*/ 0 w 1701565"/>
              <a:gd name="connsiteY0" fmla="*/ 0 h 1724889"/>
              <a:gd name="connsiteX1" fmla="*/ 1321833 w 1701565"/>
              <a:gd name="connsiteY1" fmla="*/ 0 h 1724889"/>
              <a:gd name="connsiteX2" fmla="*/ 1701565 w 1701565"/>
              <a:gd name="connsiteY2" fmla="*/ 379732 h 1724889"/>
              <a:gd name="connsiteX3" fmla="*/ 1701565 w 1701565"/>
              <a:gd name="connsiteY3" fmla="*/ 1724889 h 1724889"/>
              <a:gd name="connsiteX4" fmla="*/ 0 w 1701565"/>
              <a:gd name="connsiteY4" fmla="*/ 1724889 h 1724889"/>
              <a:gd name="connsiteX5" fmla="*/ 0 w 1701565"/>
              <a:gd name="connsiteY5" fmla="*/ 0 h 17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1565" h="1724889">
                <a:moveTo>
                  <a:pt x="0" y="0"/>
                </a:moveTo>
                <a:lnTo>
                  <a:pt x="1321833" y="0"/>
                </a:lnTo>
                <a:cubicBezTo>
                  <a:pt x="1531553" y="0"/>
                  <a:pt x="1701565" y="170012"/>
                  <a:pt x="1701565" y="379732"/>
                </a:cubicBezTo>
                <a:lnTo>
                  <a:pt x="1701565" y="1724889"/>
                </a:lnTo>
                <a:lnTo>
                  <a:pt x="0" y="1724889"/>
                </a:lnTo>
                <a:lnTo>
                  <a:pt x="0" y="0"/>
                </a:lnTo>
                <a:close/>
              </a:path>
            </a:pathLst>
          </a:custGeom>
          <a:solidFill>
            <a:srgbClr val="F052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0F0CF8-A44B-4C7D-8D18-AEAD56F093B4}"/>
              </a:ext>
            </a:extLst>
          </p:cNvPr>
          <p:cNvSpPr/>
          <p:nvPr/>
        </p:nvSpPr>
        <p:spPr>
          <a:xfrm rot="2700000">
            <a:off x="3071418" y="3109620"/>
            <a:ext cx="207820" cy="207820"/>
          </a:xfrm>
          <a:custGeom>
            <a:avLst/>
            <a:gdLst>
              <a:gd name="connsiteX0" fmla="*/ 0 w 207820"/>
              <a:gd name="connsiteY0" fmla="*/ 0 h 207820"/>
              <a:gd name="connsiteX1" fmla="*/ 207820 w 207820"/>
              <a:gd name="connsiteY1" fmla="*/ 0 h 207820"/>
              <a:gd name="connsiteX2" fmla="*/ 207820 w 207820"/>
              <a:gd name="connsiteY2" fmla="*/ 207820 h 207820"/>
              <a:gd name="connsiteX3" fmla="*/ 0 w 207820"/>
              <a:gd name="connsiteY3" fmla="*/ 207820 h 207820"/>
              <a:gd name="connsiteX4" fmla="*/ 0 w 207820"/>
              <a:gd name="connsiteY4" fmla="*/ 0 h 2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820" h="207820">
                <a:moveTo>
                  <a:pt x="0" y="0"/>
                </a:moveTo>
                <a:lnTo>
                  <a:pt x="207820" y="0"/>
                </a:lnTo>
                <a:lnTo>
                  <a:pt x="207820" y="207820"/>
                </a:lnTo>
                <a:lnTo>
                  <a:pt x="0" y="20782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DDA6A96-F6C0-42A8-ADB5-5496F7E9049D}"/>
              </a:ext>
            </a:extLst>
          </p:cNvPr>
          <p:cNvSpPr/>
          <p:nvPr/>
        </p:nvSpPr>
        <p:spPr>
          <a:xfrm rot="2700000">
            <a:off x="2316299" y="3709472"/>
            <a:ext cx="1701565" cy="1724891"/>
          </a:xfrm>
          <a:custGeom>
            <a:avLst/>
            <a:gdLst>
              <a:gd name="connsiteX0" fmla="*/ 0 w 1701565"/>
              <a:gd name="connsiteY0" fmla="*/ 0 h 1724891"/>
              <a:gd name="connsiteX1" fmla="*/ 1701565 w 1701565"/>
              <a:gd name="connsiteY1" fmla="*/ 0 h 1724891"/>
              <a:gd name="connsiteX2" fmla="*/ 1701565 w 1701565"/>
              <a:gd name="connsiteY2" fmla="*/ 1345159 h 1724891"/>
              <a:gd name="connsiteX3" fmla="*/ 1321833 w 1701565"/>
              <a:gd name="connsiteY3" fmla="*/ 1724891 h 1724891"/>
              <a:gd name="connsiteX4" fmla="*/ 0 w 1701565"/>
              <a:gd name="connsiteY4" fmla="*/ 1724891 h 1724891"/>
              <a:gd name="connsiteX5" fmla="*/ 0 w 1701565"/>
              <a:gd name="connsiteY5" fmla="*/ 0 h 172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1565" h="1724891">
                <a:moveTo>
                  <a:pt x="0" y="0"/>
                </a:moveTo>
                <a:lnTo>
                  <a:pt x="1701565" y="0"/>
                </a:lnTo>
                <a:lnTo>
                  <a:pt x="1701565" y="1345159"/>
                </a:lnTo>
                <a:cubicBezTo>
                  <a:pt x="1701565" y="1554879"/>
                  <a:pt x="1531553" y="1724891"/>
                  <a:pt x="1321833" y="1724891"/>
                </a:cubicBezTo>
                <a:lnTo>
                  <a:pt x="0" y="1724891"/>
                </a:lnTo>
                <a:lnTo>
                  <a:pt x="0" y="0"/>
                </a:lnTo>
                <a:close/>
              </a:path>
            </a:pathLst>
          </a:custGeom>
          <a:solidFill>
            <a:srgbClr val="7A15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23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24BE359-3B6F-4FBC-AE94-211365FA8610}"/>
              </a:ext>
            </a:extLst>
          </p:cNvPr>
          <p:cNvSpPr/>
          <p:nvPr/>
        </p:nvSpPr>
        <p:spPr>
          <a:xfrm rot="2700000">
            <a:off x="1609658" y="2418058"/>
            <a:ext cx="1748215" cy="207820"/>
          </a:xfrm>
          <a:custGeom>
            <a:avLst/>
            <a:gdLst>
              <a:gd name="connsiteX0" fmla="*/ 0 w 1748215"/>
              <a:gd name="connsiteY0" fmla="*/ 0 h 207820"/>
              <a:gd name="connsiteX1" fmla="*/ 1748215 w 1748215"/>
              <a:gd name="connsiteY1" fmla="*/ 0 h 207820"/>
              <a:gd name="connsiteX2" fmla="*/ 1748215 w 1748215"/>
              <a:gd name="connsiteY2" fmla="*/ 207820 h 207820"/>
              <a:gd name="connsiteX3" fmla="*/ 0 w 1748215"/>
              <a:gd name="connsiteY3" fmla="*/ 207820 h 207820"/>
              <a:gd name="connsiteX4" fmla="*/ 0 w 1748215"/>
              <a:gd name="connsiteY4" fmla="*/ 0 h 2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8215" h="207820">
                <a:moveTo>
                  <a:pt x="0" y="0"/>
                </a:moveTo>
                <a:lnTo>
                  <a:pt x="1748215" y="0"/>
                </a:lnTo>
                <a:lnTo>
                  <a:pt x="1748215" y="207820"/>
                </a:lnTo>
                <a:lnTo>
                  <a:pt x="0" y="20782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3733287-008B-4212-B9AD-0D1C9A21AC69}"/>
              </a:ext>
            </a:extLst>
          </p:cNvPr>
          <p:cNvSpPr/>
          <p:nvPr/>
        </p:nvSpPr>
        <p:spPr>
          <a:xfrm rot="2700000">
            <a:off x="3754734" y="1667771"/>
            <a:ext cx="207820" cy="1724889"/>
          </a:xfrm>
          <a:custGeom>
            <a:avLst/>
            <a:gdLst>
              <a:gd name="connsiteX0" fmla="*/ 0 w 207820"/>
              <a:gd name="connsiteY0" fmla="*/ 0 h 1724889"/>
              <a:gd name="connsiteX1" fmla="*/ 207820 w 207820"/>
              <a:gd name="connsiteY1" fmla="*/ 0 h 1724889"/>
              <a:gd name="connsiteX2" fmla="*/ 207820 w 207820"/>
              <a:gd name="connsiteY2" fmla="*/ 1724889 h 1724889"/>
              <a:gd name="connsiteX3" fmla="*/ 0 w 207820"/>
              <a:gd name="connsiteY3" fmla="*/ 1724889 h 1724889"/>
              <a:gd name="connsiteX4" fmla="*/ 0 w 207820"/>
              <a:gd name="connsiteY4" fmla="*/ 0 h 17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820" h="1724889">
                <a:moveTo>
                  <a:pt x="0" y="0"/>
                </a:moveTo>
                <a:lnTo>
                  <a:pt x="207820" y="0"/>
                </a:lnTo>
                <a:lnTo>
                  <a:pt x="207820" y="1724889"/>
                </a:lnTo>
                <a:lnTo>
                  <a:pt x="0" y="17248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CF7566-DEFC-4D57-949C-D8165AC04C7F}"/>
              </a:ext>
            </a:extLst>
          </p:cNvPr>
          <p:cNvSpPr/>
          <p:nvPr/>
        </p:nvSpPr>
        <p:spPr>
          <a:xfrm rot="2700000">
            <a:off x="2388101" y="3034402"/>
            <a:ext cx="207820" cy="1724891"/>
          </a:xfrm>
          <a:custGeom>
            <a:avLst/>
            <a:gdLst>
              <a:gd name="connsiteX0" fmla="*/ 0 w 207820"/>
              <a:gd name="connsiteY0" fmla="*/ 0 h 1724891"/>
              <a:gd name="connsiteX1" fmla="*/ 207820 w 207820"/>
              <a:gd name="connsiteY1" fmla="*/ 0 h 1724891"/>
              <a:gd name="connsiteX2" fmla="*/ 207820 w 207820"/>
              <a:gd name="connsiteY2" fmla="*/ 1724891 h 1724891"/>
              <a:gd name="connsiteX3" fmla="*/ 0 w 207820"/>
              <a:gd name="connsiteY3" fmla="*/ 1724891 h 1724891"/>
              <a:gd name="connsiteX4" fmla="*/ 0 w 207820"/>
              <a:gd name="connsiteY4" fmla="*/ 0 h 172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820" h="1724891">
                <a:moveTo>
                  <a:pt x="0" y="0"/>
                </a:moveTo>
                <a:lnTo>
                  <a:pt x="207820" y="0"/>
                </a:lnTo>
                <a:lnTo>
                  <a:pt x="207820" y="1724891"/>
                </a:lnTo>
                <a:lnTo>
                  <a:pt x="0" y="172489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07DDD46-3F49-436C-9CEA-5A942FB41628}"/>
              </a:ext>
            </a:extLst>
          </p:cNvPr>
          <p:cNvSpPr/>
          <p:nvPr/>
        </p:nvSpPr>
        <p:spPr>
          <a:xfrm rot="2700000">
            <a:off x="2999616" y="3784690"/>
            <a:ext cx="1701565" cy="207820"/>
          </a:xfrm>
          <a:custGeom>
            <a:avLst/>
            <a:gdLst>
              <a:gd name="connsiteX0" fmla="*/ 0 w 1701565"/>
              <a:gd name="connsiteY0" fmla="*/ 0 h 207820"/>
              <a:gd name="connsiteX1" fmla="*/ 1701565 w 1701565"/>
              <a:gd name="connsiteY1" fmla="*/ 0 h 207820"/>
              <a:gd name="connsiteX2" fmla="*/ 1701565 w 1701565"/>
              <a:gd name="connsiteY2" fmla="*/ 207820 h 207820"/>
              <a:gd name="connsiteX3" fmla="*/ 0 w 1701565"/>
              <a:gd name="connsiteY3" fmla="*/ 207820 h 207820"/>
              <a:gd name="connsiteX4" fmla="*/ 0 w 1701565"/>
              <a:gd name="connsiteY4" fmla="*/ 0 h 2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01565" h="207820">
                <a:moveTo>
                  <a:pt x="0" y="0"/>
                </a:moveTo>
                <a:lnTo>
                  <a:pt x="1701565" y="0"/>
                </a:lnTo>
                <a:lnTo>
                  <a:pt x="1701565" y="207820"/>
                </a:lnTo>
                <a:lnTo>
                  <a:pt x="0" y="20782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651BE1-0FFC-405B-9E1D-802701D9B336}"/>
              </a:ext>
            </a:extLst>
          </p:cNvPr>
          <p:cNvSpPr/>
          <p:nvPr/>
        </p:nvSpPr>
        <p:spPr>
          <a:xfrm rot="2700000">
            <a:off x="2292974" y="976209"/>
            <a:ext cx="1748215" cy="1724889"/>
          </a:xfrm>
          <a:custGeom>
            <a:avLst/>
            <a:gdLst>
              <a:gd name="connsiteX0" fmla="*/ 111221 w 1748215"/>
              <a:gd name="connsiteY0" fmla="*/ 111221 h 1724889"/>
              <a:gd name="connsiteX1" fmla="*/ 379732 w 1748215"/>
              <a:gd name="connsiteY1" fmla="*/ 0 h 1724889"/>
              <a:gd name="connsiteX2" fmla="*/ 1748215 w 1748215"/>
              <a:gd name="connsiteY2" fmla="*/ 0 h 1724889"/>
              <a:gd name="connsiteX3" fmla="*/ 1748215 w 1748215"/>
              <a:gd name="connsiteY3" fmla="*/ 1724889 h 1724889"/>
              <a:gd name="connsiteX4" fmla="*/ 0 w 1748215"/>
              <a:gd name="connsiteY4" fmla="*/ 1724889 h 1724889"/>
              <a:gd name="connsiteX5" fmla="*/ 0 w 1748215"/>
              <a:gd name="connsiteY5" fmla="*/ 379732 h 1724889"/>
              <a:gd name="connsiteX6" fmla="*/ 111221 w 1748215"/>
              <a:gd name="connsiteY6" fmla="*/ 111221 h 17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48215" h="1724889">
                <a:moveTo>
                  <a:pt x="111221" y="111221"/>
                </a:moveTo>
                <a:cubicBezTo>
                  <a:pt x="179939" y="42503"/>
                  <a:pt x="274872" y="0"/>
                  <a:pt x="379732" y="0"/>
                </a:cubicBezTo>
                <a:lnTo>
                  <a:pt x="1748215" y="0"/>
                </a:lnTo>
                <a:lnTo>
                  <a:pt x="1748215" y="1724889"/>
                </a:lnTo>
                <a:lnTo>
                  <a:pt x="0" y="1724889"/>
                </a:lnTo>
                <a:lnTo>
                  <a:pt x="0" y="379732"/>
                </a:lnTo>
                <a:cubicBezTo>
                  <a:pt x="0" y="274872"/>
                  <a:pt x="42503" y="179939"/>
                  <a:pt x="111221" y="111221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D9703CB-B1FD-4720-A39E-5FFECA047590}"/>
              </a:ext>
            </a:extLst>
          </p:cNvPr>
          <p:cNvSpPr/>
          <p:nvPr/>
        </p:nvSpPr>
        <p:spPr>
          <a:xfrm rot="2700000">
            <a:off x="926341" y="2342840"/>
            <a:ext cx="1748215" cy="1724891"/>
          </a:xfrm>
          <a:custGeom>
            <a:avLst/>
            <a:gdLst>
              <a:gd name="connsiteX0" fmla="*/ 0 w 1748215"/>
              <a:gd name="connsiteY0" fmla="*/ 0 h 1724891"/>
              <a:gd name="connsiteX1" fmla="*/ 1748215 w 1748215"/>
              <a:gd name="connsiteY1" fmla="*/ 0 h 1724891"/>
              <a:gd name="connsiteX2" fmla="*/ 1748215 w 1748215"/>
              <a:gd name="connsiteY2" fmla="*/ 1724891 h 1724891"/>
              <a:gd name="connsiteX3" fmla="*/ 379732 w 1748215"/>
              <a:gd name="connsiteY3" fmla="*/ 1724891 h 1724891"/>
              <a:gd name="connsiteX4" fmla="*/ 0 w 1748215"/>
              <a:gd name="connsiteY4" fmla="*/ 1345159 h 1724891"/>
              <a:gd name="connsiteX5" fmla="*/ 0 w 1748215"/>
              <a:gd name="connsiteY5" fmla="*/ 0 h 172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8215" h="1724891">
                <a:moveTo>
                  <a:pt x="0" y="0"/>
                </a:moveTo>
                <a:lnTo>
                  <a:pt x="1748215" y="0"/>
                </a:lnTo>
                <a:lnTo>
                  <a:pt x="1748215" y="1724891"/>
                </a:lnTo>
                <a:lnTo>
                  <a:pt x="379732" y="1724891"/>
                </a:lnTo>
                <a:cubicBezTo>
                  <a:pt x="170012" y="1724891"/>
                  <a:pt x="0" y="1554879"/>
                  <a:pt x="0" y="1345159"/>
                </a:cubicBez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E0A6A27-939B-4684-8205-A702D9A2EBCD}"/>
              </a:ext>
            </a:extLst>
          </p:cNvPr>
          <p:cNvSpPr/>
          <p:nvPr/>
        </p:nvSpPr>
        <p:spPr>
          <a:xfrm rot="2700000">
            <a:off x="3682932" y="2342841"/>
            <a:ext cx="1701565" cy="1724889"/>
          </a:xfrm>
          <a:custGeom>
            <a:avLst/>
            <a:gdLst>
              <a:gd name="connsiteX0" fmla="*/ 0 w 1701565"/>
              <a:gd name="connsiteY0" fmla="*/ 0 h 1724889"/>
              <a:gd name="connsiteX1" fmla="*/ 1321833 w 1701565"/>
              <a:gd name="connsiteY1" fmla="*/ 0 h 1724889"/>
              <a:gd name="connsiteX2" fmla="*/ 1701565 w 1701565"/>
              <a:gd name="connsiteY2" fmla="*/ 379732 h 1724889"/>
              <a:gd name="connsiteX3" fmla="*/ 1701565 w 1701565"/>
              <a:gd name="connsiteY3" fmla="*/ 1724889 h 1724889"/>
              <a:gd name="connsiteX4" fmla="*/ 0 w 1701565"/>
              <a:gd name="connsiteY4" fmla="*/ 1724889 h 1724889"/>
              <a:gd name="connsiteX5" fmla="*/ 0 w 1701565"/>
              <a:gd name="connsiteY5" fmla="*/ 0 h 1724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1565" h="1724889">
                <a:moveTo>
                  <a:pt x="0" y="0"/>
                </a:moveTo>
                <a:lnTo>
                  <a:pt x="1321833" y="0"/>
                </a:lnTo>
                <a:cubicBezTo>
                  <a:pt x="1531553" y="0"/>
                  <a:pt x="1701565" y="170012"/>
                  <a:pt x="1701565" y="379732"/>
                </a:cubicBezTo>
                <a:lnTo>
                  <a:pt x="1701565" y="1724889"/>
                </a:lnTo>
                <a:lnTo>
                  <a:pt x="0" y="1724889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A0F0CF8-A44B-4C7D-8D18-AEAD56F093B4}"/>
              </a:ext>
            </a:extLst>
          </p:cNvPr>
          <p:cNvSpPr/>
          <p:nvPr/>
        </p:nvSpPr>
        <p:spPr>
          <a:xfrm rot="2700000">
            <a:off x="3071418" y="3109620"/>
            <a:ext cx="207820" cy="207820"/>
          </a:xfrm>
          <a:custGeom>
            <a:avLst/>
            <a:gdLst>
              <a:gd name="connsiteX0" fmla="*/ 0 w 207820"/>
              <a:gd name="connsiteY0" fmla="*/ 0 h 207820"/>
              <a:gd name="connsiteX1" fmla="*/ 207820 w 207820"/>
              <a:gd name="connsiteY1" fmla="*/ 0 h 207820"/>
              <a:gd name="connsiteX2" fmla="*/ 207820 w 207820"/>
              <a:gd name="connsiteY2" fmla="*/ 207820 h 207820"/>
              <a:gd name="connsiteX3" fmla="*/ 0 w 207820"/>
              <a:gd name="connsiteY3" fmla="*/ 207820 h 207820"/>
              <a:gd name="connsiteX4" fmla="*/ 0 w 207820"/>
              <a:gd name="connsiteY4" fmla="*/ 0 h 207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7820" h="207820">
                <a:moveTo>
                  <a:pt x="0" y="0"/>
                </a:moveTo>
                <a:lnTo>
                  <a:pt x="207820" y="0"/>
                </a:lnTo>
                <a:lnTo>
                  <a:pt x="207820" y="207820"/>
                </a:lnTo>
                <a:lnTo>
                  <a:pt x="0" y="20782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DDA6A96-F6C0-42A8-ADB5-5496F7E9049D}"/>
              </a:ext>
            </a:extLst>
          </p:cNvPr>
          <p:cNvSpPr/>
          <p:nvPr/>
        </p:nvSpPr>
        <p:spPr>
          <a:xfrm rot="2700000">
            <a:off x="2316299" y="3709472"/>
            <a:ext cx="1701565" cy="1724891"/>
          </a:xfrm>
          <a:custGeom>
            <a:avLst/>
            <a:gdLst>
              <a:gd name="connsiteX0" fmla="*/ 0 w 1701565"/>
              <a:gd name="connsiteY0" fmla="*/ 0 h 1724891"/>
              <a:gd name="connsiteX1" fmla="*/ 1701565 w 1701565"/>
              <a:gd name="connsiteY1" fmla="*/ 0 h 1724891"/>
              <a:gd name="connsiteX2" fmla="*/ 1701565 w 1701565"/>
              <a:gd name="connsiteY2" fmla="*/ 1345159 h 1724891"/>
              <a:gd name="connsiteX3" fmla="*/ 1321833 w 1701565"/>
              <a:gd name="connsiteY3" fmla="*/ 1724891 h 1724891"/>
              <a:gd name="connsiteX4" fmla="*/ 0 w 1701565"/>
              <a:gd name="connsiteY4" fmla="*/ 1724891 h 1724891"/>
              <a:gd name="connsiteX5" fmla="*/ 0 w 1701565"/>
              <a:gd name="connsiteY5" fmla="*/ 0 h 1724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1565" h="1724891">
                <a:moveTo>
                  <a:pt x="0" y="0"/>
                </a:moveTo>
                <a:lnTo>
                  <a:pt x="1701565" y="0"/>
                </a:lnTo>
                <a:lnTo>
                  <a:pt x="1701565" y="1345159"/>
                </a:lnTo>
                <a:cubicBezTo>
                  <a:pt x="1701565" y="1554879"/>
                  <a:pt x="1531553" y="1724891"/>
                  <a:pt x="1321833" y="1724891"/>
                </a:cubicBezTo>
                <a:lnTo>
                  <a:pt x="0" y="172489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21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0AA0D8-13B8-4706-829C-6694A798BA3B}"/>
              </a:ext>
            </a:extLst>
          </p:cNvPr>
          <p:cNvSpPr/>
          <p:nvPr/>
        </p:nvSpPr>
        <p:spPr>
          <a:xfrm rot="2700000">
            <a:off x="1330034" y="1368238"/>
            <a:ext cx="3657600" cy="3657600"/>
          </a:xfrm>
          <a:prstGeom prst="roundRect">
            <a:avLst>
              <a:gd name="adj" fmla="val 1038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6AD336-BA00-4CCE-B197-B3EE9B928B94}"/>
              </a:ext>
            </a:extLst>
          </p:cNvPr>
          <p:cNvSpPr/>
          <p:nvPr/>
        </p:nvSpPr>
        <p:spPr>
          <a:xfrm rot="18900000">
            <a:off x="3054924" y="355635"/>
            <a:ext cx="207820" cy="5682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1B7C9-EC93-4EE7-AF8D-1B5FB3118857}"/>
              </a:ext>
            </a:extLst>
          </p:cNvPr>
          <p:cNvSpPr/>
          <p:nvPr/>
        </p:nvSpPr>
        <p:spPr>
          <a:xfrm rot="2700000">
            <a:off x="3054924" y="388621"/>
            <a:ext cx="207820" cy="56828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4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60AA0D8-13B8-4706-829C-6694A798BA3B}"/>
              </a:ext>
            </a:extLst>
          </p:cNvPr>
          <p:cNvSpPr/>
          <p:nvPr/>
        </p:nvSpPr>
        <p:spPr>
          <a:xfrm rot="2700000">
            <a:off x="1330034" y="1368238"/>
            <a:ext cx="3657600" cy="3657600"/>
          </a:xfrm>
          <a:prstGeom prst="roundRect">
            <a:avLst>
              <a:gd name="adj" fmla="val 103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71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227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Abdul Rehman</dc:creator>
  <cp:lastModifiedBy>Abdul Rehman</cp:lastModifiedBy>
  <cp:revision>87</cp:revision>
  <dcterms:created xsi:type="dcterms:W3CDTF">2022-11-29T20:26:14Z</dcterms:created>
  <dcterms:modified xsi:type="dcterms:W3CDTF">2022-12-24T10:49:41Z</dcterms:modified>
</cp:coreProperties>
</file>